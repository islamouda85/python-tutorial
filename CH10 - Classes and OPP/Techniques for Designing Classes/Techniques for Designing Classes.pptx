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003E"/>
    <a:srgbClr val="0000CC"/>
    <a:srgbClr val="1E1EFF"/>
    <a:srgbClr val="3333CC"/>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AC6671-97AF-4578-B241-43F84DDBBA61}" v="609" dt="2024-09-06T15:58:13.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snapToGrid="0">
      <p:cViewPr varScale="1">
        <p:scale>
          <a:sx n="65" d="100"/>
          <a:sy n="65" d="100"/>
        </p:scale>
        <p:origin x="20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da, Mahmoud" userId="e66d47f0-224d-4e04-9b0d-e013f6bd1779" providerId="ADAL" clId="{1AAC6671-97AF-4578-B241-43F84DDBBA61}"/>
    <pc:docChg chg="undo redo custSel addSld delSld modSld modMainMaster">
      <pc:chgData name="Ouda, Mahmoud" userId="e66d47f0-224d-4e04-9b0d-e013f6bd1779" providerId="ADAL" clId="{1AAC6671-97AF-4578-B241-43F84DDBBA61}" dt="2024-09-06T15:59:18.515" v="13105" actId="1035"/>
      <pc:docMkLst>
        <pc:docMk/>
      </pc:docMkLst>
      <pc:sldChg chg="addSp delSp modSp new mod setBg">
        <pc:chgData name="Ouda, Mahmoud" userId="e66d47f0-224d-4e04-9b0d-e013f6bd1779" providerId="ADAL" clId="{1AAC6671-97AF-4578-B241-43F84DDBBA61}" dt="2024-09-01T20:12:21.970" v="729" actId="1035"/>
        <pc:sldMkLst>
          <pc:docMk/>
          <pc:sldMk cId="3785227999" sldId="256"/>
        </pc:sldMkLst>
        <pc:spChg chg="del mod">
          <ac:chgData name="Ouda, Mahmoud" userId="e66d47f0-224d-4e04-9b0d-e013f6bd1779" providerId="ADAL" clId="{1AAC6671-97AF-4578-B241-43F84DDBBA61}" dt="2024-09-01T19:55:55.806" v="24" actId="478"/>
          <ac:spMkLst>
            <pc:docMk/>
            <pc:sldMk cId="3785227999" sldId="256"/>
            <ac:spMk id="2" creationId="{3AB83109-2E4C-B672-0F8A-6A2D854BE133}"/>
          </ac:spMkLst>
        </pc:spChg>
        <pc:spChg chg="add mod">
          <ac:chgData name="Ouda, Mahmoud" userId="e66d47f0-224d-4e04-9b0d-e013f6bd1779" providerId="ADAL" clId="{1AAC6671-97AF-4578-B241-43F84DDBBA61}" dt="2024-09-01T20:12:21.970" v="729" actId="1035"/>
          <ac:spMkLst>
            <pc:docMk/>
            <pc:sldMk cId="3785227999" sldId="256"/>
            <ac:spMk id="2" creationId="{3D18EEB3-1E27-C546-A2F6-B61075AFC3FD}"/>
          </ac:spMkLst>
        </pc:spChg>
        <pc:spChg chg="del">
          <ac:chgData name="Ouda, Mahmoud" userId="e66d47f0-224d-4e04-9b0d-e013f6bd1779" providerId="ADAL" clId="{1AAC6671-97AF-4578-B241-43F84DDBBA61}" dt="2024-09-01T19:55:56.587" v="25" actId="478"/>
          <ac:spMkLst>
            <pc:docMk/>
            <pc:sldMk cId="3785227999" sldId="256"/>
            <ac:spMk id="3" creationId="{2F652A63-B5DE-9E7B-E6CF-F36DA8C1C29D}"/>
          </ac:spMkLst>
        </pc:spChg>
        <pc:spChg chg="add del mod">
          <ac:chgData name="Ouda, Mahmoud" userId="e66d47f0-224d-4e04-9b0d-e013f6bd1779" providerId="ADAL" clId="{1AAC6671-97AF-4578-B241-43F84DDBBA61}" dt="2024-09-01T19:55:57.097" v="26" actId="478"/>
          <ac:spMkLst>
            <pc:docMk/>
            <pc:sldMk cId="3785227999" sldId="256"/>
            <ac:spMk id="7" creationId="{7AA87805-C879-DB9D-6020-E5DA37FCBBB7}"/>
          </ac:spMkLst>
        </pc:spChg>
        <pc:spChg chg="add mod">
          <ac:chgData name="Ouda, Mahmoud" userId="e66d47f0-224d-4e04-9b0d-e013f6bd1779" providerId="ADAL" clId="{1AAC6671-97AF-4578-B241-43F84DDBBA61}" dt="2024-09-01T20:09:33.846" v="678" actId="1038"/>
          <ac:spMkLst>
            <pc:docMk/>
            <pc:sldMk cId="3785227999" sldId="256"/>
            <ac:spMk id="8" creationId="{A08CC5C0-F6DF-DB8F-1C26-F7E818A741A8}"/>
          </ac:spMkLst>
        </pc:spChg>
        <pc:picChg chg="add del mod modCrop">
          <ac:chgData name="Ouda, Mahmoud" userId="e66d47f0-224d-4e04-9b0d-e013f6bd1779" providerId="ADAL" clId="{1AAC6671-97AF-4578-B241-43F84DDBBA61}" dt="2024-09-01T19:55:31.294" v="18" actId="478"/>
          <ac:picMkLst>
            <pc:docMk/>
            <pc:sldMk cId="3785227999" sldId="256"/>
            <ac:picMk id="5" creationId="{0CF40BEA-077E-F2E9-7762-21532A74C98B}"/>
          </ac:picMkLst>
        </pc:picChg>
      </pc:sldChg>
      <pc:sldChg chg="addSp delSp modSp new mod">
        <pc:chgData name="Ouda, Mahmoud" userId="e66d47f0-224d-4e04-9b0d-e013f6bd1779" providerId="ADAL" clId="{1AAC6671-97AF-4578-B241-43F84DDBBA61}" dt="2024-09-06T07:07:48.681" v="11770" actId="20577"/>
        <pc:sldMkLst>
          <pc:docMk/>
          <pc:sldMk cId="3719322231" sldId="257"/>
        </pc:sldMkLst>
        <pc:spChg chg="del mod">
          <ac:chgData name="Ouda, Mahmoud" userId="e66d47f0-224d-4e04-9b0d-e013f6bd1779" providerId="ADAL" clId="{1AAC6671-97AF-4578-B241-43F84DDBBA61}" dt="2024-09-01T20:07:18.719" v="672" actId="478"/>
          <ac:spMkLst>
            <pc:docMk/>
            <pc:sldMk cId="3719322231" sldId="257"/>
            <ac:spMk id="2" creationId="{8AC8C210-86EC-0F1D-83D2-CE61422C3846}"/>
          </ac:spMkLst>
        </pc:spChg>
        <pc:spChg chg="del mod">
          <ac:chgData name="Ouda, Mahmoud" userId="e66d47f0-224d-4e04-9b0d-e013f6bd1779" providerId="ADAL" clId="{1AAC6671-97AF-4578-B241-43F84DDBBA61}" dt="2024-09-01T20:07:19.496" v="673" actId="478"/>
          <ac:spMkLst>
            <pc:docMk/>
            <pc:sldMk cId="3719322231" sldId="257"/>
            <ac:spMk id="3" creationId="{91F630E5-8C04-84E9-0AF2-B28A8954D903}"/>
          </ac:spMkLst>
        </pc:spChg>
        <pc:spChg chg="add del mod">
          <ac:chgData name="Ouda, Mahmoud" userId="e66d47f0-224d-4e04-9b0d-e013f6bd1779" providerId="ADAL" clId="{1AAC6671-97AF-4578-B241-43F84DDBBA61}" dt="2024-09-01T20:07:20.226" v="674" actId="478"/>
          <ac:spMkLst>
            <pc:docMk/>
            <pc:sldMk cId="3719322231" sldId="257"/>
            <ac:spMk id="5" creationId="{D70E558C-FB4C-2FD1-35B8-3012596C6E15}"/>
          </ac:spMkLst>
        </pc:spChg>
        <pc:spChg chg="add del mod">
          <ac:chgData name="Ouda, Mahmoud" userId="e66d47f0-224d-4e04-9b0d-e013f6bd1779" providerId="ADAL" clId="{1AAC6671-97AF-4578-B241-43F84DDBBA61}" dt="2024-09-01T20:07:20.495" v="675" actId="478"/>
          <ac:spMkLst>
            <pc:docMk/>
            <pc:sldMk cId="3719322231" sldId="257"/>
            <ac:spMk id="7" creationId="{9F8621CE-D852-E42B-2047-60E9E5C01481}"/>
          </ac:spMkLst>
        </pc:spChg>
        <pc:spChg chg="add mod">
          <ac:chgData name="Ouda, Mahmoud" userId="e66d47f0-224d-4e04-9b0d-e013f6bd1779" providerId="ADAL" clId="{1AAC6671-97AF-4578-B241-43F84DDBBA61}" dt="2024-09-01T20:12:59.867" v="795" actId="20577"/>
          <ac:spMkLst>
            <pc:docMk/>
            <pc:sldMk cId="3719322231" sldId="257"/>
            <ac:spMk id="8" creationId="{9A4B3C2B-7E69-5841-AC63-74C57703623A}"/>
          </ac:spMkLst>
        </pc:spChg>
        <pc:spChg chg="add mod">
          <ac:chgData name="Ouda, Mahmoud" userId="e66d47f0-224d-4e04-9b0d-e013f6bd1779" providerId="ADAL" clId="{1AAC6671-97AF-4578-B241-43F84DDBBA61}" dt="2024-09-02T16:45:23.920" v="1354" actId="1076"/>
          <ac:spMkLst>
            <pc:docMk/>
            <pc:sldMk cId="3719322231" sldId="257"/>
            <ac:spMk id="9" creationId="{34B267BE-C8D7-724F-1020-6BCE27CB4B97}"/>
          </ac:spMkLst>
        </pc:spChg>
        <pc:spChg chg="add mod">
          <ac:chgData name="Ouda, Mahmoud" userId="e66d47f0-224d-4e04-9b0d-e013f6bd1779" providerId="ADAL" clId="{1AAC6671-97AF-4578-B241-43F84DDBBA61}" dt="2024-09-06T07:07:48.681" v="11770" actId="20577"/>
          <ac:spMkLst>
            <pc:docMk/>
            <pc:sldMk cId="3719322231" sldId="257"/>
            <ac:spMk id="10" creationId="{14D36E90-58AE-658B-70A3-211EA73D8CFA}"/>
          </ac:spMkLst>
        </pc:spChg>
        <pc:picChg chg="add mod">
          <ac:chgData name="Ouda, Mahmoud" userId="e66d47f0-224d-4e04-9b0d-e013f6bd1779" providerId="ADAL" clId="{1AAC6671-97AF-4578-B241-43F84DDBBA61}" dt="2024-09-01T20:22:52.288" v="1308" actId="14100"/>
          <ac:picMkLst>
            <pc:docMk/>
            <pc:sldMk cId="3719322231" sldId="257"/>
            <ac:picMk id="12" creationId="{10709337-CC87-F8F7-5C28-5F33E66E0AA9}"/>
          </ac:picMkLst>
        </pc:picChg>
      </pc:sldChg>
      <pc:sldChg chg="addSp delSp modSp new mod">
        <pc:chgData name="Ouda, Mahmoud" userId="e66d47f0-224d-4e04-9b0d-e013f6bd1779" providerId="ADAL" clId="{1AAC6671-97AF-4578-B241-43F84DDBBA61}" dt="2024-09-04T14:23:35.703" v="2211" actId="20577"/>
        <pc:sldMkLst>
          <pc:docMk/>
          <pc:sldMk cId="1489846640" sldId="258"/>
        </pc:sldMkLst>
        <pc:spChg chg="del mod">
          <ac:chgData name="Ouda, Mahmoud" userId="e66d47f0-224d-4e04-9b0d-e013f6bd1779" providerId="ADAL" clId="{1AAC6671-97AF-4578-B241-43F84DDBBA61}" dt="2024-09-02T16:41:32.348" v="1319" actId="478"/>
          <ac:spMkLst>
            <pc:docMk/>
            <pc:sldMk cId="1489846640" sldId="258"/>
            <ac:spMk id="2" creationId="{A0929C74-79F5-DE76-34CA-2ADFACB41183}"/>
          </ac:spMkLst>
        </pc:spChg>
        <pc:spChg chg="del">
          <ac:chgData name="Ouda, Mahmoud" userId="e66d47f0-224d-4e04-9b0d-e013f6bd1779" providerId="ADAL" clId="{1AAC6671-97AF-4578-B241-43F84DDBBA61}" dt="2024-09-02T16:41:38.972" v="1321" actId="478"/>
          <ac:spMkLst>
            <pc:docMk/>
            <pc:sldMk cId="1489846640" sldId="258"/>
            <ac:spMk id="3" creationId="{3F238A6C-777F-B46A-345C-6A16A06EE7D6}"/>
          </ac:spMkLst>
        </pc:spChg>
        <pc:spChg chg="add del mod">
          <ac:chgData name="Ouda, Mahmoud" userId="e66d47f0-224d-4e04-9b0d-e013f6bd1779" providerId="ADAL" clId="{1AAC6671-97AF-4578-B241-43F84DDBBA61}" dt="2024-09-02T16:41:36.297" v="1320" actId="478"/>
          <ac:spMkLst>
            <pc:docMk/>
            <pc:sldMk cId="1489846640" sldId="258"/>
            <ac:spMk id="5" creationId="{0677F69F-2E3B-FCBE-0DE0-CED450F02F35}"/>
          </ac:spMkLst>
        </pc:spChg>
        <pc:spChg chg="add mod">
          <ac:chgData name="Ouda, Mahmoud" userId="e66d47f0-224d-4e04-9b0d-e013f6bd1779" providerId="ADAL" clId="{1AAC6671-97AF-4578-B241-43F84DDBBA61}" dt="2024-09-02T17:02:26.940" v="2024" actId="14100"/>
          <ac:spMkLst>
            <pc:docMk/>
            <pc:sldMk cId="1489846640" sldId="258"/>
            <ac:spMk id="6" creationId="{20B99346-E0FF-EF91-8B4F-6DF64DE74D8D}"/>
          </ac:spMkLst>
        </pc:spChg>
        <pc:spChg chg="add del mod">
          <ac:chgData name="Ouda, Mahmoud" userId="e66d47f0-224d-4e04-9b0d-e013f6bd1779" providerId="ADAL" clId="{1AAC6671-97AF-4578-B241-43F84DDBBA61}" dt="2024-09-02T16:49:31.929" v="1559" actId="12084"/>
          <ac:spMkLst>
            <pc:docMk/>
            <pc:sldMk cId="1489846640" sldId="258"/>
            <ac:spMk id="7" creationId="{BACE1A7D-6813-255E-AEC9-7F813676A473}"/>
          </ac:spMkLst>
        </pc:spChg>
        <pc:spChg chg="add mod ord">
          <ac:chgData name="Ouda, Mahmoud" userId="e66d47f0-224d-4e04-9b0d-e013f6bd1779" providerId="ADAL" clId="{1AAC6671-97AF-4578-B241-43F84DDBBA61}" dt="2024-09-02T16:58:45.301" v="1941" actId="1076"/>
          <ac:spMkLst>
            <pc:docMk/>
            <pc:sldMk cId="1489846640" sldId="258"/>
            <ac:spMk id="9" creationId="{17C56379-1F9B-3BCD-A354-C73157731B58}"/>
          </ac:spMkLst>
        </pc:spChg>
        <pc:spChg chg="add mod">
          <ac:chgData name="Ouda, Mahmoud" userId="e66d47f0-224d-4e04-9b0d-e013f6bd1779" providerId="ADAL" clId="{1AAC6671-97AF-4578-B241-43F84DDBBA61}" dt="2024-09-04T14:23:35.703" v="2211" actId="20577"/>
          <ac:spMkLst>
            <pc:docMk/>
            <pc:sldMk cId="1489846640" sldId="258"/>
            <ac:spMk id="10" creationId="{2A2C7FC8-9131-2E88-76F3-7EF9FB0B9F34}"/>
          </ac:spMkLst>
        </pc:spChg>
        <pc:graphicFrameChg chg="add mod modGraphic">
          <ac:chgData name="Ouda, Mahmoud" userId="e66d47f0-224d-4e04-9b0d-e013f6bd1779" providerId="ADAL" clId="{1AAC6671-97AF-4578-B241-43F84DDBBA61}" dt="2024-09-02T16:58:30.500" v="1936" actId="1076"/>
          <ac:graphicFrameMkLst>
            <pc:docMk/>
            <pc:sldMk cId="1489846640" sldId="258"/>
            <ac:graphicFrameMk id="8" creationId="{8B2C0800-F9AA-C0F7-F926-1CBDFF83A1B9}"/>
          </ac:graphicFrameMkLst>
        </pc:graphicFrameChg>
      </pc:sldChg>
      <pc:sldChg chg="addSp delSp modSp new mod">
        <pc:chgData name="Ouda, Mahmoud" userId="e66d47f0-224d-4e04-9b0d-e013f6bd1779" providerId="ADAL" clId="{1AAC6671-97AF-4578-B241-43F84DDBBA61}" dt="2024-09-04T15:06:54.759" v="3920" actId="14838"/>
        <pc:sldMkLst>
          <pc:docMk/>
          <pc:sldMk cId="1454114508" sldId="259"/>
        </pc:sldMkLst>
        <pc:spChg chg="del">
          <ac:chgData name="Ouda, Mahmoud" userId="e66d47f0-224d-4e04-9b0d-e013f6bd1779" providerId="ADAL" clId="{1AAC6671-97AF-4578-B241-43F84DDBBA61}" dt="2024-09-02T16:42:41.994" v="1338" actId="478"/>
          <ac:spMkLst>
            <pc:docMk/>
            <pc:sldMk cId="1454114508" sldId="259"/>
            <ac:spMk id="2" creationId="{36F7ED2C-7346-4FF4-B205-FF181E020675}"/>
          </ac:spMkLst>
        </pc:spChg>
        <pc:spChg chg="del">
          <ac:chgData name="Ouda, Mahmoud" userId="e66d47f0-224d-4e04-9b0d-e013f6bd1779" providerId="ADAL" clId="{1AAC6671-97AF-4578-B241-43F84DDBBA61}" dt="2024-09-02T16:42:43.558" v="1339" actId="478"/>
          <ac:spMkLst>
            <pc:docMk/>
            <pc:sldMk cId="1454114508" sldId="259"/>
            <ac:spMk id="3" creationId="{C986ACE0-D844-1C51-096B-CC44EE889F41}"/>
          </ac:spMkLst>
        </pc:spChg>
        <pc:spChg chg="add mod">
          <ac:chgData name="Ouda, Mahmoud" userId="e66d47f0-224d-4e04-9b0d-e013f6bd1779" providerId="ADAL" clId="{1AAC6671-97AF-4578-B241-43F84DDBBA61}" dt="2024-09-02T17:02:37.304" v="2025"/>
          <ac:spMkLst>
            <pc:docMk/>
            <pc:sldMk cId="1454114508" sldId="259"/>
            <ac:spMk id="4" creationId="{23F30C67-68BD-6318-8A0A-C4ECF549262A}"/>
          </ac:spMkLst>
        </pc:spChg>
        <pc:spChg chg="add mod">
          <ac:chgData name="Ouda, Mahmoud" userId="e66d47f0-224d-4e04-9b0d-e013f6bd1779" providerId="ADAL" clId="{1AAC6671-97AF-4578-B241-43F84DDBBA61}" dt="2024-09-04T15:06:54.759" v="3920" actId="14838"/>
          <ac:spMkLst>
            <pc:docMk/>
            <pc:sldMk cId="1454114508" sldId="259"/>
            <ac:spMk id="5" creationId="{25458A56-C74D-167C-A7D5-2A3168F101BF}"/>
          </ac:spMkLst>
        </pc:spChg>
      </pc:sldChg>
      <pc:sldChg chg="addSp delSp modSp new mod">
        <pc:chgData name="Ouda, Mahmoud" userId="e66d47f0-224d-4e04-9b0d-e013f6bd1779" providerId="ADAL" clId="{1AAC6671-97AF-4578-B241-43F84DDBBA61}" dt="2024-09-04T15:13:11.830" v="4300" actId="20577"/>
        <pc:sldMkLst>
          <pc:docMk/>
          <pc:sldMk cId="1260694648" sldId="260"/>
        </pc:sldMkLst>
        <pc:spChg chg="del">
          <ac:chgData name="Ouda, Mahmoud" userId="e66d47f0-224d-4e04-9b0d-e013f6bd1779" providerId="ADAL" clId="{1AAC6671-97AF-4578-B241-43F84DDBBA61}" dt="2024-09-04T14:23:43.553" v="2212" actId="478"/>
          <ac:spMkLst>
            <pc:docMk/>
            <pc:sldMk cId="1260694648" sldId="260"/>
            <ac:spMk id="2" creationId="{0997C996-D31C-A833-9373-1EE789698D39}"/>
          </ac:spMkLst>
        </pc:spChg>
        <pc:spChg chg="del">
          <ac:chgData name="Ouda, Mahmoud" userId="e66d47f0-224d-4e04-9b0d-e013f6bd1779" providerId="ADAL" clId="{1AAC6671-97AF-4578-B241-43F84DDBBA61}" dt="2024-09-04T14:23:43.756" v="2213" actId="478"/>
          <ac:spMkLst>
            <pc:docMk/>
            <pc:sldMk cId="1260694648" sldId="260"/>
            <ac:spMk id="3" creationId="{6B3D4B66-1D59-715E-8D64-723E92516B63}"/>
          </ac:spMkLst>
        </pc:spChg>
        <pc:spChg chg="add del mod">
          <ac:chgData name="Ouda, Mahmoud" userId="e66d47f0-224d-4e04-9b0d-e013f6bd1779" providerId="ADAL" clId="{1AAC6671-97AF-4578-B241-43F84DDBBA61}" dt="2024-09-04T14:24:23.233" v="2215" actId="478"/>
          <ac:spMkLst>
            <pc:docMk/>
            <pc:sldMk cId="1260694648" sldId="260"/>
            <ac:spMk id="4" creationId="{A9CCD431-E7B7-7287-FABC-9917FB8973DC}"/>
          </ac:spMkLst>
        </pc:spChg>
        <pc:spChg chg="add mod">
          <ac:chgData name="Ouda, Mahmoud" userId="e66d47f0-224d-4e04-9b0d-e013f6bd1779" providerId="ADAL" clId="{1AAC6671-97AF-4578-B241-43F84DDBBA61}" dt="2024-09-04T14:26:48.562" v="2391" actId="20577"/>
          <ac:spMkLst>
            <pc:docMk/>
            <pc:sldMk cId="1260694648" sldId="260"/>
            <ac:spMk id="5" creationId="{41E425AB-B935-5742-8086-328EA35B6B6E}"/>
          </ac:spMkLst>
        </pc:spChg>
        <pc:spChg chg="add mod">
          <ac:chgData name="Ouda, Mahmoud" userId="e66d47f0-224d-4e04-9b0d-e013f6bd1779" providerId="ADAL" clId="{1AAC6671-97AF-4578-B241-43F84DDBBA61}" dt="2024-09-04T14:25:34.063" v="2265" actId="1076"/>
          <ac:spMkLst>
            <pc:docMk/>
            <pc:sldMk cId="1260694648" sldId="260"/>
            <ac:spMk id="7" creationId="{7B6B4F45-596A-4FE5-D2C9-F19129C0B2D6}"/>
          </ac:spMkLst>
        </pc:spChg>
        <pc:spChg chg="add mod">
          <ac:chgData name="Ouda, Mahmoud" userId="e66d47f0-224d-4e04-9b0d-e013f6bd1779" providerId="ADAL" clId="{1AAC6671-97AF-4578-B241-43F84DDBBA61}" dt="2024-09-04T15:13:11.830" v="4300" actId="20577"/>
          <ac:spMkLst>
            <pc:docMk/>
            <pc:sldMk cId="1260694648" sldId="260"/>
            <ac:spMk id="8" creationId="{DC414452-228A-05A8-C0C2-0EECDBECB858}"/>
          </ac:spMkLst>
        </pc:spChg>
      </pc:sldChg>
      <pc:sldChg chg="addSp delSp modSp new mod">
        <pc:chgData name="Ouda, Mahmoud" userId="e66d47f0-224d-4e04-9b0d-e013f6bd1779" providerId="ADAL" clId="{1AAC6671-97AF-4578-B241-43F84DDBBA61}" dt="2024-09-04T16:04:24.692" v="6086" actId="1036"/>
        <pc:sldMkLst>
          <pc:docMk/>
          <pc:sldMk cId="4038877921" sldId="261"/>
        </pc:sldMkLst>
        <pc:spChg chg="del mod">
          <ac:chgData name="Ouda, Mahmoud" userId="e66d47f0-224d-4e04-9b0d-e013f6bd1779" providerId="ADAL" clId="{1AAC6671-97AF-4578-B241-43F84DDBBA61}" dt="2024-09-04T14:31:36.509" v="2709" actId="478"/>
          <ac:spMkLst>
            <pc:docMk/>
            <pc:sldMk cId="4038877921" sldId="261"/>
            <ac:spMk id="2" creationId="{CADE03CE-24EE-AED6-CF4B-4F0818E4A69F}"/>
          </ac:spMkLst>
        </pc:spChg>
        <pc:spChg chg="del">
          <ac:chgData name="Ouda, Mahmoud" userId="e66d47f0-224d-4e04-9b0d-e013f6bd1779" providerId="ADAL" clId="{1AAC6671-97AF-4578-B241-43F84DDBBA61}" dt="2024-09-04T14:31:36.361" v="2708" actId="478"/>
          <ac:spMkLst>
            <pc:docMk/>
            <pc:sldMk cId="4038877921" sldId="261"/>
            <ac:spMk id="3" creationId="{0A252B0C-9BDE-295A-D0F3-03CA17015122}"/>
          </ac:spMkLst>
        </pc:spChg>
        <pc:spChg chg="add del mod">
          <ac:chgData name="Ouda, Mahmoud" userId="e66d47f0-224d-4e04-9b0d-e013f6bd1779" providerId="ADAL" clId="{1AAC6671-97AF-4578-B241-43F84DDBBA61}" dt="2024-09-04T14:31:37.044" v="2710" actId="478"/>
          <ac:spMkLst>
            <pc:docMk/>
            <pc:sldMk cId="4038877921" sldId="261"/>
            <ac:spMk id="5" creationId="{74B42E94-E03E-9152-446E-EBC98C631487}"/>
          </ac:spMkLst>
        </pc:spChg>
        <pc:spChg chg="add del mod">
          <ac:chgData name="Ouda, Mahmoud" userId="e66d47f0-224d-4e04-9b0d-e013f6bd1779" providerId="ADAL" clId="{1AAC6671-97AF-4578-B241-43F84DDBBA61}" dt="2024-09-04T16:04:16.890" v="6070" actId="1035"/>
          <ac:spMkLst>
            <pc:docMk/>
            <pc:sldMk cId="4038877921" sldId="261"/>
            <ac:spMk id="6" creationId="{D12BF75C-34E9-A2C1-4E0A-4DB67F1736BF}"/>
          </ac:spMkLst>
        </pc:spChg>
        <pc:spChg chg="add mod">
          <ac:chgData name="Ouda, Mahmoud" userId="e66d47f0-224d-4e04-9b0d-e013f6bd1779" providerId="ADAL" clId="{1AAC6671-97AF-4578-B241-43F84DDBBA61}" dt="2024-09-04T16:04:24.692" v="6086" actId="1036"/>
          <ac:spMkLst>
            <pc:docMk/>
            <pc:sldMk cId="4038877921" sldId="261"/>
            <ac:spMk id="7" creationId="{06D07D84-C8DB-9A53-D160-C62015058601}"/>
          </ac:spMkLst>
        </pc:spChg>
        <pc:spChg chg="add del mod">
          <ac:chgData name="Ouda, Mahmoud" userId="e66d47f0-224d-4e04-9b0d-e013f6bd1779" providerId="ADAL" clId="{1AAC6671-97AF-4578-B241-43F84DDBBA61}" dt="2024-09-04T14:45:46.127" v="3234" actId="478"/>
          <ac:spMkLst>
            <pc:docMk/>
            <pc:sldMk cId="4038877921" sldId="261"/>
            <ac:spMk id="8" creationId="{96BABA62-65DC-C1C4-8475-774BE370ACD9}"/>
          </ac:spMkLst>
        </pc:spChg>
        <pc:spChg chg="add del mod">
          <ac:chgData name="Ouda, Mahmoud" userId="e66d47f0-224d-4e04-9b0d-e013f6bd1779" providerId="ADAL" clId="{1AAC6671-97AF-4578-B241-43F84DDBBA61}" dt="2024-09-04T14:46:00.168" v="3236" actId="478"/>
          <ac:spMkLst>
            <pc:docMk/>
            <pc:sldMk cId="4038877921" sldId="261"/>
            <ac:spMk id="9" creationId="{63EB9D01-2974-46D4-0807-0DBBC0FDE5DF}"/>
          </ac:spMkLst>
        </pc:spChg>
        <pc:spChg chg="add del">
          <ac:chgData name="Ouda, Mahmoud" userId="e66d47f0-224d-4e04-9b0d-e013f6bd1779" providerId="ADAL" clId="{1AAC6671-97AF-4578-B241-43F84DDBBA61}" dt="2024-09-04T14:46:48.776" v="3238" actId="478"/>
          <ac:spMkLst>
            <pc:docMk/>
            <pc:sldMk cId="4038877921" sldId="261"/>
            <ac:spMk id="10" creationId="{F0904140-DD40-3F8B-6678-F9B762437567}"/>
          </ac:spMkLst>
        </pc:spChg>
        <pc:spChg chg="add del">
          <ac:chgData name="Ouda, Mahmoud" userId="e66d47f0-224d-4e04-9b0d-e013f6bd1779" providerId="ADAL" clId="{1AAC6671-97AF-4578-B241-43F84DDBBA61}" dt="2024-09-04T14:47:16.564" v="3240" actId="478"/>
          <ac:spMkLst>
            <pc:docMk/>
            <pc:sldMk cId="4038877921" sldId="261"/>
            <ac:spMk id="11" creationId="{A57BC2AC-2A12-397D-EC5A-065E6C5C4F67}"/>
          </ac:spMkLst>
        </pc:spChg>
        <pc:spChg chg="add mod">
          <ac:chgData name="Ouda, Mahmoud" userId="e66d47f0-224d-4e04-9b0d-e013f6bd1779" providerId="ADAL" clId="{1AAC6671-97AF-4578-B241-43F84DDBBA61}" dt="2024-09-04T15:15:00.913" v="4434" actId="164"/>
          <ac:spMkLst>
            <pc:docMk/>
            <pc:sldMk cId="4038877921" sldId="261"/>
            <ac:spMk id="14" creationId="{6705C562-2AE9-63EC-C0FE-BC1ACE9E0EC5}"/>
          </ac:spMkLst>
        </pc:spChg>
        <pc:spChg chg="add mod">
          <ac:chgData name="Ouda, Mahmoud" userId="e66d47f0-224d-4e04-9b0d-e013f6bd1779" providerId="ADAL" clId="{1AAC6671-97AF-4578-B241-43F84DDBBA61}" dt="2024-09-04T15:15:00.913" v="4434" actId="164"/>
          <ac:spMkLst>
            <pc:docMk/>
            <pc:sldMk cId="4038877921" sldId="261"/>
            <ac:spMk id="15" creationId="{1A414CD5-6F0C-2CFD-71AC-5631907D4418}"/>
          </ac:spMkLst>
        </pc:spChg>
        <pc:spChg chg="add del mod">
          <ac:chgData name="Ouda, Mahmoud" userId="e66d47f0-224d-4e04-9b0d-e013f6bd1779" providerId="ADAL" clId="{1AAC6671-97AF-4578-B241-43F84DDBBA61}" dt="2024-09-04T14:49:28.409" v="3337" actId="478"/>
          <ac:spMkLst>
            <pc:docMk/>
            <pc:sldMk cId="4038877921" sldId="261"/>
            <ac:spMk id="16" creationId="{69F5FF47-C885-6CFF-E60C-BDFC11298283}"/>
          </ac:spMkLst>
        </pc:spChg>
        <pc:spChg chg="add del mod">
          <ac:chgData name="Ouda, Mahmoud" userId="e66d47f0-224d-4e04-9b0d-e013f6bd1779" providerId="ADAL" clId="{1AAC6671-97AF-4578-B241-43F84DDBBA61}" dt="2024-09-04T14:49:22.812" v="3334" actId="478"/>
          <ac:spMkLst>
            <pc:docMk/>
            <pc:sldMk cId="4038877921" sldId="261"/>
            <ac:spMk id="17" creationId="{B70A3E47-6ED9-7801-E147-31CBE9CBF86C}"/>
          </ac:spMkLst>
        </pc:spChg>
        <pc:spChg chg="add mod">
          <ac:chgData name="Ouda, Mahmoud" userId="e66d47f0-224d-4e04-9b0d-e013f6bd1779" providerId="ADAL" clId="{1AAC6671-97AF-4578-B241-43F84DDBBA61}" dt="2024-09-04T14:49:10.332" v="3330" actId="571"/>
          <ac:spMkLst>
            <pc:docMk/>
            <pc:sldMk cId="4038877921" sldId="261"/>
            <ac:spMk id="18" creationId="{91FC2282-9543-655F-C953-4B2CF8C4804C}"/>
          </ac:spMkLst>
        </pc:spChg>
        <pc:spChg chg="add mod">
          <ac:chgData name="Ouda, Mahmoud" userId="e66d47f0-224d-4e04-9b0d-e013f6bd1779" providerId="ADAL" clId="{1AAC6671-97AF-4578-B241-43F84DDBBA61}" dt="2024-09-04T14:49:10.332" v="3330" actId="571"/>
          <ac:spMkLst>
            <pc:docMk/>
            <pc:sldMk cId="4038877921" sldId="261"/>
            <ac:spMk id="19" creationId="{B86C5D1B-6983-7A69-FD47-B7468E34FD97}"/>
          </ac:spMkLst>
        </pc:spChg>
        <pc:spChg chg="add mod">
          <ac:chgData name="Ouda, Mahmoud" userId="e66d47f0-224d-4e04-9b0d-e013f6bd1779" providerId="ADAL" clId="{1AAC6671-97AF-4578-B241-43F84DDBBA61}" dt="2024-09-04T15:15:35.222" v="4482" actId="5793"/>
          <ac:spMkLst>
            <pc:docMk/>
            <pc:sldMk cId="4038877921" sldId="261"/>
            <ac:spMk id="20" creationId="{2AE58FD3-8D0E-4931-5DE9-054BB756C46F}"/>
          </ac:spMkLst>
        </pc:spChg>
        <pc:spChg chg="add mod">
          <ac:chgData name="Ouda, Mahmoud" userId="e66d47f0-224d-4e04-9b0d-e013f6bd1779" providerId="ADAL" clId="{1AAC6671-97AF-4578-B241-43F84DDBBA61}" dt="2024-09-04T15:15:41.232" v="4497" actId="5793"/>
          <ac:spMkLst>
            <pc:docMk/>
            <pc:sldMk cId="4038877921" sldId="261"/>
            <ac:spMk id="21" creationId="{062F88E8-2F78-C361-AB4D-886FE62683E0}"/>
          </ac:spMkLst>
        </pc:spChg>
        <pc:spChg chg="add del">
          <ac:chgData name="Ouda, Mahmoud" userId="e66d47f0-224d-4e04-9b0d-e013f6bd1779" providerId="ADAL" clId="{1AAC6671-97AF-4578-B241-43F84DDBBA61}" dt="2024-09-04T15:01:35.441" v="3803" actId="478"/>
          <ac:spMkLst>
            <pc:docMk/>
            <pc:sldMk cId="4038877921" sldId="261"/>
            <ac:spMk id="22" creationId="{1F00B1DA-CCCD-E035-6EBD-4B98FC819EB2}"/>
          </ac:spMkLst>
        </pc:spChg>
        <pc:spChg chg="add mod">
          <ac:chgData name="Ouda, Mahmoud" userId="e66d47f0-224d-4e04-9b0d-e013f6bd1779" providerId="ADAL" clId="{1AAC6671-97AF-4578-B241-43F84DDBBA61}" dt="2024-09-04T15:15:00.913" v="4434" actId="164"/>
          <ac:spMkLst>
            <pc:docMk/>
            <pc:sldMk cId="4038877921" sldId="261"/>
            <ac:spMk id="23" creationId="{CEB4CE2E-74D9-887A-D3A3-25F105B1209E}"/>
          </ac:spMkLst>
        </pc:spChg>
        <pc:spChg chg="add mod">
          <ac:chgData name="Ouda, Mahmoud" userId="e66d47f0-224d-4e04-9b0d-e013f6bd1779" providerId="ADAL" clId="{1AAC6671-97AF-4578-B241-43F84DDBBA61}" dt="2024-09-04T15:02:15.522" v="3876" actId="571"/>
          <ac:spMkLst>
            <pc:docMk/>
            <pc:sldMk cId="4038877921" sldId="261"/>
            <ac:spMk id="24" creationId="{FA59C4C6-897F-11A7-CC04-9E33A68D1468}"/>
          </ac:spMkLst>
        </pc:spChg>
        <pc:grpChg chg="add mod">
          <ac:chgData name="Ouda, Mahmoud" userId="e66d47f0-224d-4e04-9b0d-e013f6bd1779" providerId="ADAL" clId="{1AAC6671-97AF-4578-B241-43F84DDBBA61}" dt="2024-09-04T16:04:20.470" v="6083" actId="1036"/>
          <ac:grpSpMkLst>
            <pc:docMk/>
            <pc:sldMk cId="4038877921" sldId="261"/>
            <ac:grpSpMk id="25" creationId="{65662A3A-9CE7-8287-6BFE-C7AE30208D4C}"/>
          </ac:grpSpMkLst>
        </pc:grpChg>
      </pc:sldChg>
      <pc:sldChg chg="addSp delSp modSp new del mod">
        <pc:chgData name="Ouda, Mahmoud" userId="e66d47f0-224d-4e04-9b0d-e013f6bd1779" providerId="ADAL" clId="{1AAC6671-97AF-4578-B241-43F84DDBBA61}" dt="2024-09-04T14:43:55.248" v="3232" actId="2696"/>
        <pc:sldMkLst>
          <pc:docMk/>
          <pc:sldMk cId="773172817" sldId="262"/>
        </pc:sldMkLst>
        <pc:spChg chg="del">
          <ac:chgData name="Ouda, Mahmoud" userId="e66d47f0-224d-4e04-9b0d-e013f6bd1779" providerId="ADAL" clId="{1AAC6671-97AF-4578-B241-43F84DDBBA61}" dt="2024-09-04T14:41:46.575" v="3219" actId="478"/>
          <ac:spMkLst>
            <pc:docMk/>
            <pc:sldMk cId="773172817" sldId="262"/>
            <ac:spMk id="2" creationId="{DF63E159-3D1B-4221-7EBA-18C448FEEB5A}"/>
          </ac:spMkLst>
        </pc:spChg>
        <pc:spChg chg="del">
          <ac:chgData name="Ouda, Mahmoud" userId="e66d47f0-224d-4e04-9b0d-e013f6bd1779" providerId="ADAL" clId="{1AAC6671-97AF-4578-B241-43F84DDBBA61}" dt="2024-09-04T14:41:46.737" v="3220" actId="478"/>
          <ac:spMkLst>
            <pc:docMk/>
            <pc:sldMk cId="773172817" sldId="262"/>
            <ac:spMk id="3" creationId="{D01975BF-ECCF-67DF-9247-C20EED2D978F}"/>
          </ac:spMkLst>
        </pc:spChg>
        <pc:spChg chg="add mod">
          <ac:chgData name="Ouda, Mahmoud" userId="e66d47f0-224d-4e04-9b0d-e013f6bd1779" providerId="ADAL" clId="{1AAC6671-97AF-4578-B241-43F84DDBBA61}" dt="2024-09-04T14:43:06.075" v="3231" actId="1076"/>
          <ac:spMkLst>
            <pc:docMk/>
            <pc:sldMk cId="773172817" sldId="262"/>
            <ac:spMk id="4" creationId="{8D80E8FB-F20A-50FE-D01E-0EB80C11E89E}"/>
          </ac:spMkLst>
        </pc:spChg>
      </pc:sldChg>
      <pc:sldChg chg="addSp delSp modSp new mod">
        <pc:chgData name="Ouda, Mahmoud" userId="e66d47f0-224d-4e04-9b0d-e013f6bd1779" providerId="ADAL" clId="{1AAC6671-97AF-4578-B241-43F84DDBBA61}" dt="2024-09-04T15:30:49.074" v="5132" actId="20577"/>
        <pc:sldMkLst>
          <pc:docMk/>
          <pc:sldMk cId="1608845993" sldId="262"/>
        </pc:sldMkLst>
        <pc:spChg chg="del">
          <ac:chgData name="Ouda, Mahmoud" userId="e66d47f0-224d-4e04-9b0d-e013f6bd1779" providerId="ADAL" clId="{1AAC6671-97AF-4578-B241-43F84DDBBA61}" dt="2024-09-04T15:05:12.378" v="3918" actId="478"/>
          <ac:spMkLst>
            <pc:docMk/>
            <pc:sldMk cId="1608845993" sldId="262"/>
            <ac:spMk id="2" creationId="{0D6FF01B-FA00-6BD4-7ECD-F54CFD4CF871}"/>
          </ac:spMkLst>
        </pc:spChg>
        <pc:spChg chg="del">
          <ac:chgData name="Ouda, Mahmoud" userId="e66d47f0-224d-4e04-9b0d-e013f6bd1779" providerId="ADAL" clId="{1AAC6671-97AF-4578-B241-43F84DDBBA61}" dt="2024-09-04T15:05:12.496" v="3919" actId="478"/>
          <ac:spMkLst>
            <pc:docMk/>
            <pc:sldMk cId="1608845993" sldId="262"/>
            <ac:spMk id="3" creationId="{C488745A-25CC-0207-223B-0786BFF3F711}"/>
          </ac:spMkLst>
        </pc:spChg>
        <pc:spChg chg="add mod">
          <ac:chgData name="Ouda, Mahmoud" userId="e66d47f0-224d-4e04-9b0d-e013f6bd1779" providerId="ADAL" clId="{1AAC6671-97AF-4578-B241-43F84DDBBA61}" dt="2024-09-04T15:16:21.456" v="4500" actId="1076"/>
          <ac:spMkLst>
            <pc:docMk/>
            <pc:sldMk cId="1608845993" sldId="262"/>
            <ac:spMk id="5" creationId="{13083F7A-2A26-49F0-DA10-880D833026A4}"/>
          </ac:spMkLst>
        </pc:spChg>
        <pc:spChg chg="add mod">
          <ac:chgData name="Ouda, Mahmoud" userId="e66d47f0-224d-4e04-9b0d-e013f6bd1779" providerId="ADAL" clId="{1AAC6671-97AF-4578-B241-43F84DDBBA61}" dt="2024-09-04T15:28:57.825" v="5003" actId="115"/>
          <ac:spMkLst>
            <pc:docMk/>
            <pc:sldMk cId="1608845993" sldId="262"/>
            <ac:spMk id="6" creationId="{EACC5B9C-1D59-1E14-3C42-4EC4473E4107}"/>
          </ac:spMkLst>
        </pc:spChg>
        <pc:spChg chg="add del">
          <ac:chgData name="Ouda, Mahmoud" userId="e66d47f0-224d-4e04-9b0d-e013f6bd1779" providerId="ADAL" clId="{1AAC6671-97AF-4578-B241-43F84DDBBA61}" dt="2024-09-04T15:23:07.616" v="4858" actId="478"/>
          <ac:spMkLst>
            <pc:docMk/>
            <pc:sldMk cId="1608845993" sldId="262"/>
            <ac:spMk id="8" creationId="{88C8F006-411E-AD84-70F9-5718F016ADB3}"/>
          </ac:spMkLst>
        </pc:spChg>
        <pc:spChg chg="add mod">
          <ac:chgData name="Ouda, Mahmoud" userId="e66d47f0-224d-4e04-9b0d-e013f6bd1779" providerId="ADAL" clId="{1AAC6671-97AF-4578-B241-43F84DDBBA61}" dt="2024-09-04T15:28:21.060" v="4929" actId="1036"/>
          <ac:spMkLst>
            <pc:docMk/>
            <pc:sldMk cId="1608845993" sldId="262"/>
            <ac:spMk id="9" creationId="{EF0ABBCF-FA98-64B6-5A68-33355B94F463}"/>
          </ac:spMkLst>
        </pc:spChg>
        <pc:spChg chg="add mod">
          <ac:chgData name="Ouda, Mahmoud" userId="e66d47f0-224d-4e04-9b0d-e013f6bd1779" providerId="ADAL" clId="{1AAC6671-97AF-4578-B241-43F84DDBBA61}" dt="2024-09-04T15:30:49.074" v="5132" actId="20577"/>
          <ac:spMkLst>
            <pc:docMk/>
            <pc:sldMk cId="1608845993" sldId="262"/>
            <ac:spMk id="10" creationId="{4C4ED6EB-F612-FD8D-B50C-58E65BBC4360}"/>
          </ac:spMkLst>
        </pc:spChg>
      </pc:sldChg>
      <pc:sldChg chg="addSp delSp modSp new mod setBg">
        <pc:chgData name="Ouda, Mahmoud" userId="e66d47f0-224d-4e04-9b0d-e013f6bd1779" providerId="ADAL" clId="{1AAC6671-97AF-4578-B241-43F84DDBBA61}" dt="2024-09-05T15:39:17.588" v="7819" actId="1037"/>
        <pc:sldMkLst>
          <pc:docMk/>
          <pc:sldMk cId="2713546294" sldId="263"/>
        </pc:sldMkLst>
        <pc:spChg chg="del mod">
          <ac:chgData name="Ouda, Mahmoud" userId="e66d47f0-224d-4e04-9b0d-e013f6bd1779" providerId="ADAL" clId="{1AAC6671-97AF-4578-B241-43F84DDBBA61}" dt="2024-09-04T15:32:28.873" v="5140" actId="478"/>
          <ac:spMkLst>
            <pc:docMk/>
            <pc:sldMk cId="2713546294" sldId="263"/>
            <ac:spMk id="2" creationId="{0B4D5E78-C901-F658-517E-ED51B37F16E1}"/>
          </ac:spMkLst>
        </pc:spChg>
        <pc:spChg chg="del mod">
          <ac:chgData name="Ouda, Mahmoud" userId="e66d47f0-224d-4e04-9b0d-e013f6bd1779" providerId="ADAL" clId="{1AAC6671-97AF-4578-B241-43F84DDBBA61}" dt="2024-09-04T15:32:28.686" v="5139" actId="478"/>
          <ac:spMkLst>
            <pc:docMk/>
            <pc:sldMk cId="2713546294" sldId="263"/>
            <ac:spMk id="3" creationId="{B2C7EC35-023C-507D-DB6D-0BDEE788C9B8}"/>
          </ac:spMkLst>
        </pc:spChg>
        <pc:spChg chg="add del mod">
          <ac:chgData name="Ouda, Mahmoud" userId="e66d47f0-224d-4e04-9b0d-e013f6bd1779" providerId="ADAL" clId="{1AAC6671-97AF-4578-B241-43F84DDBBA61}" dt="2024-09-04T15:32:29" v="5141" actId="478"/>
          <ac:spMkLst>
            <pc:docMk/>
            <pc:sldMk cId="2713546294" sldId="263"/>
            <ac:spMk id="5" creationId="{73C2FA47-D073-A9E3-DCB8-65E4B8AE5CD1}"/>
          </ac:spMkLst>
        </pc:spChg>
        <pc:spChg chg="add mod">
          <ac:chgData name="Ouda, Mahmoud" userId="e66d47f0-224d-4e04-9b0d-e013f6bd1779" providerId="ADAL" clId="{1AAC6671-97AF-4578-B241-43F84DDBBA61}" dt="2024-09-04T15:58:55.857" v="5940" actId="1036"/>
          <ac:spMkLst>
            <pc:docMk/>
            <pc:sldMk cId="2713546294" sldId="263"/>
            <ac:spMk id="7" creationId="{0BEE2613-FA5B-B060-DE4B-0EF63F94DFE7}"/>
          </ac:spMkLst>
        </pc:spChg>
        <pc:spChg chg="add mod">
          <ac:chgData name="Ouda, Mahmoud" userId="e66d47f0-224d-4e04-9b0d-e013f6bd1779" providerId="ADAL" clId="{1AAC6671-97AF-4578-B241-43F84DDBBA61}" dt="2024-09-05T15:39:17.588" v="7819" actId="1037"/>
          <ac:spMkLst>
            <pc:docMk/>
            <pc:sldMk cId="2713546294" sldId="263"/>
            <ac:spMk id="8" creationId="{B4221301-7D6E-D561-F24C-032C72FCBE5B}"/>
          </ac:spMkLst>
        </pc:spChg>
        <pc:spChg chg="add mod">
          <ac:chgData name="Ouda, Mahmoud" userId="e66d47f0-224d-4e04-9b0d-e013f6bd1779" providerId="ADAL" clId="{1AAC6671-97AF-4578-B241-43F84DDBBA61}" dt="2024-09-04T15:56:53.906" v="5916" actId="20577"/>
          <ac:spMkLst>
            <pc:docMk/>
            <pc:sldMk cId="2713546294" sldId="263"/>
            <ac:spMk id="9" creationId="{54DFCF80-1948-C846-7CBF-F024CA6DB42C}"/>
          </ac:spMkLst>
        </pc:spChg>
      </pc:sldChg>
      <pc:sldChg chg="addSp delSp modSp new mod">
        <pc:chgData name="Ouda, Mahmoud" userId="e66d47f0-224d-4e04-9b0d-e013f6bd1779" providerId="ADAL" clId="{1AAC6671-97AF-4578-B241-43F84DDBBA61}" dt="2024-09-05T15:00:39.057" v="6660" actId="400"/>
        <pc:sldMkLst>
          <pc:docMk/>
          <pc:sldMk cId="2112894129" sldId="264"/>
        </pc:sldMkLst>
        <pc:spChg chg="del">
          <ac:chgData name="Ouda, Mahmoud" userId="e66d47f0-224d-4e04-9b0d-e013f6bd1779" providerId="ADAL" clId="{1AAC6671-97AF-4578-B241-43F84DDBBA61}" dt="2024-09-04T15:57:08.468" v="5918" actId="478"/>
          <ac:spMkLst>
            <pc:docMk/>
            <pc:sldMk cId="2112894129" sldId="264"/>
            <ac:spMk id="2" creationId="{653D20B8-D26D-2973-C828-2B5F25D149CC}"/>
          </ac:spMkLst>
        </pc:spChg>
        <pc:spChg chg="del">
          <ac:chgData name="Ouda, Mahmoud" userId="e66d47f0-224d-4e04-9b0d-e013f6bd1779" providerId="ADAL" clId="{1AAC6671-97AF-4578-B241-43F84DDBBA61}" dt="2024-09-04T15:57:08.578" v="5919" actId="478"/>
          <ac:spMkLst>
            <pc:docMk/>
            <pc:sldMk cId="2112894129" sldId="264"/>
            <ac:spMk id="3" creationId="{E53889BE-8B11-0A49-BB2F-D25368BEB070}"/>
          </ac:spMkLst>
        </pc:spChg>
        <pc:spChg chg="add del mod">
          <ac:chgData name="Ouda, Mahmoud" userId="e66d47f0-224d-4e04-9b0d-e013f6bd1779" providerId="ADAL" clId="{1AAC6671-97AF-4578-B241-43F84DDBBA61}" dt="2024-09-04T15:59:32.447" v="5945" actId="478"/>
          <ac:spMkLst>
            <pc:docMk/>
            <pc:sldMk cId="2112894129" sldId="264"/>
            <ac:spMk id="4" creationId="{DB84F7E0-A69C-A64B-427C-5D7BA290957B}"/>
          </ac:spMkLst>
        </pc:spChg>
        <pc:spChg chg="add mod">
          <ac:chgData name="Ouda, Mahmoud" userId="e66d47f0-224d-4e04-9b0d-e013f6bd1779" providerId="ADAL" clId="{1AAC6671-97AF-4578-B241-43F84DDBBA61}" dt="2024-09-04T16:00:29.352" v="5950" actId="14100"/>
          <ac:spMkLst>
            <pc:docMk/>
            <pc:sldMk cId="2112894129" sldId="264"/>
            <ac:spMk id="5" creationId="{DE3F294B-B820-87F8-1B56-E4662F98C7CD}"/>
          </ac:spMkLst>
        </pc:spChg>
        <pc:spChg chg="add mod">
          <ac:chgData name="Ouda, Mahmoud" userId="e66d47f0-224d-4e04-9b0d-e013f6bd1779" providerId="ADAL" clId="{1AAC6671-97AF-4578-B241-43F84DDBBA61}" dt="2024-09-05T14:59:44.775" v="6649" actId="20577"/>
          <ac:spMkLst>
            <pc:docMk/>
            <pc:sldMk cId="2112894129" sldId="264"/>
            <ac:spMk id="6" creationId="{1C98957A-9F4F-F1D1-F1CB-0664A8564A54}"/>
          </ac:spMkLst>
        </pc:spChg>
        <pc:spChg chg="add mod">
          <ac:chgData name="Ouda, Mahmoud" userId="e66d47f0-224d-4e04-9b0d-e013f6bd1779" providerId="ADAL" clId="{1AAC6671-97AF-4578-B241-43F84DDBBA61}" dt="2024-09-05T15:00:39.057" v="6660" actId="400"/>
          <ac:spMkLst>
            <pc:docMk/>
            <pc:sldMk cId="2112894129" sldId="264"/>
            <ac:spMk id="7" creationId="{8B6DF251-603B-2071-2D27-D0CAD9308BC7}"/>
          </ac:spMkLst>
        </pc:spChg>
      </pc:sldChg>
      <pc:sldChg chg="addSp delSp modSp new mod">
        <pc:chgData name="Ouda, Mahmoud" userId="e66d47f0-224d-4e04-9b0d-e013f6bd1779" providerId="ADAL" clId="{1AAC6671-97AF-4578-B241-43F84DDBBA61}" dt="2024-09-05T15:38:00.462" v="7814" actId="20577"/>
        <pc:sldMkLst>
          <pc:docMk/>
          <pc:sldMk cId="2674064594" sldId="265"/>
        </pc:sldMkLst>
        <pc:spChg chg="del">
          <ac:chgData name="Ouda, Mahmoud" userId="e66d47f0-224d-4e04-9b0d-e013f6bd1779" providerId="ADAL" clId="{1AAC6671-97AF-4578-B241-43F84DDBBA61}" dt="2024-09-05T15:10:25.227" v="6662" actId="478"/>
          <ac:spMkLst>
            <pc:docMk/>
            <pc:sldMk cId="2674064594" sldId="265"/>
            <ac:spMk id="2" creationId="{C99E06DC-75D0-1DEA-677D-B63F663EEFC4}"/>
          </ac:spMkLst>
        </pc:spChg>
        <pc:spChg chg="del">
          <ac:chgData name="Ouda, Mahmoud" userId="e66d47f0-224d-4e04-9b0d-e013f6bd1779" providerId="ADAL" clId="{1AAC6671-97AF-4578-B241-43F84DDBBA61}" dt="2024-09-05T15:10:25.399" v="6663" actId="478"/>
          <ac:spMkLst>
            <pc:docMk/>
            <pc:sldMk cId="2674064594" sldId="265"/>
            <ac:spMk id="3" creationId="{7E07E0C6-8F04-5234-352B-C297F32C36B7}"/>
          </ac:spMkLst>
        </pc:spChg>
        <pc:spChg chg="add mod">
          <ac:chgData name="Ouda, Mahmoud" userId="e66d47f0-224d-4e04-9b0d-e013f6bd1779" providerId="ADAL" clId="{1AAC6671-97AF-4578-B241-43F84DDBBA61}" dt="2024-09-05T15:38:00.462" v="7814" actId="20577"/>
          <ac:spMkLst>
            <pc:docMk/>
            <pc:sldMk cId="2674064594" sldId="265"/>
            <ac:spMk id="4" creationId="{AB4026E2-B37C-DECF-1C74-3252814FD551}"/>
          </ac:spMkLst>
        </pc:spChg>
      </pc:sldChg>
      <pc:sldChg chg="addSp delSp modSp new mod">
        <pc:chgData name="Ouda, Mahmoud" userId="e66d47f0-224d-4e04-9b0d-e013f6bd1779" providerId="ADAL" clId="{1AAC6671-97AF-4578-B241-43F84DDBBA61}" dt="2024-09-05T15:56:45.752" v="8971" actId="400"/>
        <pc:sldMkLst>
          <pc:docMk/>
          <pc:sldMk cId="2025165212" sldId="266"/>
        </pc:sldMkLst>
        <pc:spChg chg="del">
          <ac:chgData name="Ouda, Mahmoud" userId="e66d47f0-224d-4e04-9b0d-e013f6bd1779" providerId="ADAL" clId="{1AAC6671-97AF-4578-B241-43F84DDBBA61}" dt="2024-09-05T15:38:38.749" v="7816" actId="478"/>
          <ac:spMkLst>
            <pc:docMk/>
            <pc:sldMk cId="2025165212" sldId="266"/>
            <ac:spMk id="2" creationId="{D957B654-AD83-8953-D2ED-3D67B2BFDCE8}"/>
          </ac:spMkLst>
        </pc:spChg>
        <pc:spChg chg="del">
          <ac:chgData name="Ouda, Mahmoud" userId="e66d47f0-224d-4e04-9b0d-e013f6bd1779" providerId="ADAL" clId="{1AAC6671-97AF-4578-B241-43F84DDBBA61}" dt="2024-09-05T15:38:38.896" v="7817" actId="478"/>
          <ac:spMkLst>
            <pc:docMk/>
            <pc:sldMk cId="2025165212" sldId="266"/>
            <ac:spMk id="3" creationId="{3AE500BD-8157-AA07-8D42-1B2FCDF56B6C}"/>
          </ac:spMkLst>
        </pc:spChg>
        <pc:spChg chg="add mod">
          <ac:chgData name="Ouda, Mahmoud" userId="e66d47f0-224d-4e04-9b0d-e013f6bd1779" providerId="ADAL" clId="{1AAC6671-97AF-4578-B241-43F84DDBBA61}" dt="2024-09-05T15:56:27.934" v="8969" actId="20577"/>
          <ac:spMkLst>
            <pc:docMk/>
            <pc:sldMk cId="2025165212" sldId="266"/>
            <ac:spMk id="4" creationId="{96AD9790-E909-9D43-B981-5C9BD24031F2}"/>
          </ac:spMkLst>
        </pc:spChg>
        <pc:spChg chg="add mod">
          <ac:chgData name="Ouda, Mahmoud" userId="e66d47f0-224d-4e04-9b0d-e013f6bd1779" providerId="ADAL" clId="{1AAC6671-97AF-4578-B241-43F84DDBBA61}" dt="2024-09-05T15:44:15.801" v="8135" actId="1035"/>
          <ac:spMkLst>
            <pc:docMk/>
            <pc:sldMk cId="2025165212" sldId="266"/>
            <ac:spMk id="5" creationId="{F3F5C7FC-C6EA-49D9-7D8A-8EBE9E65D410}"/>
          </ac:spMkLst>
        </pc:spChg>
        <pc:spChg chg="add mod">
          <ac:chgData name="Ouda, Mahmoud" userId="e66d47f0-224d-4e04-9b0d-e013f6bd1779" providerId="ADAL" clId="{1AAC6671-97AF-4578-B241-43F84DDBBA61}" dt="2024-09-05T15:44:10.410" v="8125" actId="1036"/>
          <ac:spMkLst>
            <pc:docMk/>
            <pc:sldMk cId="2025165212" sldId="266"/>
            <ac:spMk id="6" creationId="{7F89557A-312E-D897-1D0A-22DF813BF82A}"/>
          </ac:spMkLst>
        </pc:spChg>
        <pc:spChg chg="add mod">
          <ac:chgData name="Ouda, Mahmoud" userId="e66d47f0-224d-4e04-9b0d-e013f6bd1779" providerId="ADAL" clId="{1AAC6671-97AF-4578-B241-43F84DDBBA61}" dt="2024-09-05T15:56:45.752" v="8971" actId="400"/>
          <ac:spMkLst>
            <pc:docMk/>
            <pc:sldMk cId="2025165212" sldId="266"/>
            <ac:spMk id="7" creationId="{B752B4D7-1AD9-D48A-1037-E3130EFEBBB4}"/>
          </ac:spMkLst>
        </pc:spChg>
        <pc:spChg chg="add mod">
          <ac:chgData name="Ouda, Mahmoud" userId="e66d47f0-224d-4e04-9b0d-e013f6bd1779" providerId="ADAL" clId="{1AAC6671-97AF-4578-B241-43F84DDBBA61}" dt="2024-09-05T15:56:07.077" v="8858" actId="1035"/>
          <ac:spMkLst>
            <pc:docMk/>
            <pc:sldMk cId="2025165212" sldId="266"/>
            <ac:spMk id="8" creationId="{FDE2499A-34D8-EB1F-442F-5ECF7A95E2E0}"/>
          </ac:spMkLst>
        </pc:spChg>
      </pc:sldChg>
      <pc:sldChg chg="addSp delSp modSp new add del mod">
        <pc:chgData name="Ouda, Mahmoud" userId="e66d47f0-224d-4e04-9b0d-e013f6bd1779" providerId="ADAL" clId="{1AAC6671-97AF-4578-B241-43F84DDBBA61}" dt="2024-09-06T07:07:34.581" v="11759" actId="313"/>
        <pc:sldMkLst>
          <pc:docMk/>
          <pc:sldMk cId="4004026458" sldId="267"/>
        </pc:sldMkLst>
        <pc:spChg chg="del mod">
          <ac:chgData name="Ouda, Mahmoud" userId="e66d47f0-224d-4e04-9b0d-e013f6bd1779" providerId="ADAL" clId="{1AAC6671-97AF-4578-B241-43F84DDBBA61}" dt="2024-09-05T15:46:15.391" v="8171" actId="478"/>
          <ac:spMkLst>
            <pc:docMk/>
            <pc:sldMk cId="4004026458" sldId="267"/>
            <ac:spMk id="2" creationId="{CF739346-9F7D-5CB3-4FBC-C94EEE06ECC9}"/>
          </ac:spMkLst>
        </pc:spChg>
        <pc:spChg chg="add del">
          <ac:chgData name="Ouda, Mahmoud" userId="e66d47f0-224d-4e04-9b0d-e013f6bd1779" providerId="ADAL" clId="{1AAC6671-97AF-4578-B241-43F84DDBBA61}" dt="2024-09-05T15:46:39.527" v="8188" actId="21"/>
          <ac:spMkLst>
            <pc:docMk/>
            <pc:sldMk cId="4004026458" sldId="267"/>
            <ac:spMk id="3" creationId="{6453C47B-B463-A61E-DA89-E886BB98960B}"/>
          </ac:spMkLst>
        </pc:spChg>
        <pc:spChg chg="add del mod">
          <ac:chgData name="Ouda, Mahmoud" userId="e66d47f0-224d-4e04-9b0d-e013f6bd1779" providerId="ADAL" clId="{1AAC6671-97AF-4578-B241-43F84DDBBA61}" dt="2024-09-05T15:46:51.690" v="8191" actId="478"/>
          <ac:spMkLst>
            <pc:docMk/>
            <pc:sldMk cId="4004026458" sldId="267"/>
            <ac:spMk id="5" creationId="{2FADBF78-D35B-BA50-649E-FDB0DBFEC172}"/>
          </ac:spMkLst>
        </pc:spChg>
        <pc:spChg chg="add mod">
          <ac:chgData name="Ouda, Mahmoud" userId="e66d47f0-224d-4e04-9b0d-e013f6bd1779" providerId="ADAL" clId="{1AAC6671-97AF-4578-B241-43F84DDBBA61}" dt="2024-09-05T15:46:34.937" v="8185" actId="1035"/>
          <ac:spMkLst>
            <pc:docMk/>
            <pc:sldMk cId="4004026458" sldId="267"/>
            <ac:spMk id="6" creationId="{ABAC07E7-6DEF-FFC0-6F76-0AB4CCF09230}"/>
          </ac:spMkLst>
        </pc:spChg>
        <pc:spChg chg="add del mod">
          <ac:chgData name="Ouda, Mahmoud" userId="e66d47f0-224d-4e04-9b0d-e013f6bd1779" providerId="ADAL" clId="{1AAC6671-97AF-4578-B241-43F84DDBBA61}" dt="2024-09-05T15:46:50.566" v="8190" actId="478"/>
          <ac:spMkLst>
            <pc:docMk/>
            <pc:sldMk cId="4004026458" sldId="267"/>
            <ac:spMk id="7" creationId="{6453C47B-B463-A61E-DA89-E886BB98960B}"/>
          </ac:spMkLst>
        </pc:spChg>
        <pc:spChg chg="add del mod">
          <ac:chgData name="Ouda, Mahmoud" userId="e66d47f0-224d-4e04-9b0d-e013f6bd1779" providerId="ADAL" clId="{1AAC6671-97AF-4578-B241-43F84DDBBA61}" dt="2024-09-05T15:56:33.494" v="8970" actId="478"/>
          <ac:spMkLst>
            <pc:docMk/>
            <pc:sldMk cId="4004026458" sldId="267"/>
            <ac:spMk id="8" creationId="{CD4A4B04-09A3-B9F3-D823-89114C7F2170}"/>
          </ac:spMkLst>
        </pc:spChg>
        <pc:spChg chg="add mod">
          <ac:chgData name="Ouda, Mahmoud" userId="e66d47f0-224d-4e04-9b0d-e013f6bd1779" providerId="ADAL" clId="{1AAC6671-97AF-4578-B241-43F84DDBBA61}" dt="2024-09-06T07:07:34.581" v="11759" actId="313"/>
          <ac:spMkLst>
            <pc:docMk/>
            <pc:sldMk cId="4004026458" sldId="267"/>
            <ac:spMk id="10" creationId="{66B1ACE1-977E-D8AD-9C5F-5AC98886F635}"/>
          </ac:spMkLst>
        </pc:spChg>
      </pc:sldChg>
      <pc:sldChg chg="addSp delSp modSp new add del mod">
        <pc:chgData name="Ouda, Mahmoud" userId="e66d47f0-224d-4e04-9b0d-e013f6bd1779" providerId="ADAL" clId="{1AAC6671-97AF-4578-B241-43F84DDBBA61}" dt="2024-09-06T06:27:09.142" v="10409" actId="47"/>
        <pc:sldMkLst>
          <pc:docMk/>
          <pc:sldMk cId="1740461844" sldId="268"/>
        </pc:sldMkLst>
        <pc:spChg chg="del">
          <ac:chgData name="Ouda, Mahmoud" userId="e66d47f0-224d-4e04-9b0d-e013f6bd1779" providerId="ADAL" clId="{1AAC6671-97AF-4578-B241-43F84DDBBA61}" dt="2024-09-05T16:33:36.768" v="9427" actId="478"/>
          <ac:spMkLst>
            <pc:docMk/>
            <pc:sldMk cId="1740461844" sldId="268"/>
            <ac:spMk id="2" creationId="{F28E7014-7D96-6544-FE02-E6D40FC6CE21}"/>
          </ac:spMkLst>
        </pc:spChg>
        <pc:spChg chg="del">
          <ac:chgData name="Ouda, Mahmoud" userId="e66d47f0-224d-4e04-9b0d-e013f6bd1779" providerId="ADAL" clId="{1AAC6671-97AF-4578-B241-43F84DDBBA61}" dt="2024-09-05T16:33:36.976" v="9428" actId="478"/>
          <ac:spMkLst>
            <pc:docMk/>
            <pc:sldMk cId="1740461844" sldId="268"/>
            <ac:spMk id="3" creationId="{263B6473-48B0-A5B5-B9CD-9C4D7F3E899A}"/>
          </ac:spMkLst>
        </pc:spChg>
        <pc:spChg chg="add mod">
          <ac:chgData name="Ouda, Mahmoud" userId="e66d47f0-224d-4e04-9b0d-e013f6bd1779" providerId="ADAL" clId="{1AAC6671-97AF-4578-B241-43F84DDBBA61}" dt="2024-09-05T16:34:09.395" v="9531" actId="1037"/>
          <ac:spMkLst>
            <pc:docMk/>
            <pc:sldMk cId="1740461844" sldId="268"/>
            <ac:spMk id="4" creationId="{90B57917-F8AB-5D53-E78E-3D8D2C786525}"/>
          </ac:spMkLst>
        </pc:spChg>
        <pc:spChg chg="add mod">
          <ac:chgData name="Ouda, Mahmoud" userId="e66d47f0-224d-4e04-9b0d-e013f6bd1779" providerId="ADAL" clId="{1AAC6671-97AF-4578-B241-43F84DDBBA61}" dt="2024-09-05T16:35:33.540" v="9533" actId="1035"/>
          <ac:spMkLst>
            <pc:docMk/>
            <pc:sldMk cId="1740461844" sldId="268"/>
            <ac:spMk id="5" creationId="{93EDF5DE-B08B-5C34-12AF-152F66E90818}"/>
          </ac:spMkLst>
        </pc:spChg>
        <pc:spChg chg="add mod">
          <ac:chgData name="Ouda, Mahmoud" userId="e66d47f0-224d-4e04-9b0d-e013f6bd1779" providerId="ADAL" clId="{1AAC6671-97AF-4578-B241-43F84DDBBA61}" dt="2024-09-05T16:37:18.004" v="9755" actId="20577"/>
          <ac:spMkLst>
            <pc:docMk/>
            <pc:sldMk cId="1740461844" sldId="268"/>
            <ac:spMk id="6" creationId="{DAAF8E01-5145-9492-7D5B-291A497DD142}"/>
          </ac:spMkLst>
        </pc:spChg>
        <pc:spChg chg="add del">
          <ac:chgData name="Ouda, Mahmoud" userId="e66d47f0-224d-4e04-9b0d-e013f6bd1779" providerId="ADAL" clId="{1AAC6671-97AF-4578-B241-43F84DDBBA61}" dt="2024-09-05T16:40:46.450" v="9757" actId="22"/>
          <ac:spMkLst>
            <pc:docMk/>
            <pc:sldMk cId="1740461844" sldId="268"/>
            <ac:spMk id="8" creationId="{15C0D90A-AEA1-9AD6-E5C2-39596955C13F}"/>
          </ac:spMkLst>
        </pc:spChg>
        <pc:spChg chg="add mod">
          <ac:chgData name="Ouda, Mahmoud" userId="e66d47f0-224d-4e04-9b0d-e013f6bd1779" providerId="ADAL" clId="{1AAC6671-97AF-4578-B241-43F84DDBBA61}" dt="2024-09-05T16:42:50.921" v="9807" actId="1076"/>
          <ac:spMkLst>
            <pc:docMk/>
            <pc:sldMk cId="1740461844" sldId="268"/>
            <ac:spMk id="10" creationId="{1073DCBA-8384-2856-A69F-DA02341F558E}"/>
          </ac:spMkLst>
        </pc:spChg>
      </pc:sldChg>
      <pc:sldChg chg="addSp delSp modSp new add del mod">
        <pc:chgData name="Ouda, Mahmoud" userId="e66d47f0-224d-4e04-9b0d-e013f6bd1779" providerId="ADAL" clId="{1AAC6671-97AF-4578-B241-43F84DDBBA61}" dt="2024-09-06T07:07:36.237" v="11760" actId="313"/>
        <pc:sldMkLst>
          <pc:docMk/>
          <pc:sldMk cId="3057616896" sldId="269"/>
        </pc:sldMkLst>
        <pc:spChg chg="del">
          <ac:chgData name="Ouda, Mahmoud" userId="e66d47f0-224d-4e04-9b0d-e013f6bd1779" providerId="ADAL" clId="{1AAC6671-97AF-4578-B241-43F84DDBBA61}" dt="2024-09-05T16:44:59.793" v="9809" actId="478"/>
          <ac:spMkLst>
            <pc:docMk/>
            <pc:sldMk cId="3057616896" sldId="269"/>
            <ac:spMk id="2" creationId="{605D1999-DE58-8799-A64C-2CAAFA30B50A}"/>
          </ac:spMkLst>
        </pc:spChg>
        <pc:spChg chg="del">
          <ac:chgData name="Ouda, Mahmoud" userId="e66d47f0-224d-4e04-9b0d-e013f6bd1779" providerId="ADAL" clId="{1AAC6671-97AF-4578-B241-43F84DDBBA61}" dt="2024-09-05T16:44:59.965" v="9810" actId="478"/>
          <ac:spMkLst>
            <pc:docMk/>
            <pc:sldMk cId="3057616896" sldId="269"/>
            <ac:spMk id="3" creationId="{F6A90400-AFAE-694A-4695-A6ACB246E00C}"/>
          </ac:spMkLst>
        </pc:spChg>
        <pc:spChg chg="add mod">
          <ac:chgData name="Ouda, Mahmoud" userId="e66d47f0-224d-4e04-9b0d-e013f6bd1779" providerId="ADAL" clId="{1AAC6671-97AF-4578-B241-43F84DDBBA61}" dt="2024-09-05T16:46:05.578" v="9816" actId="1076"/>
          <ac:spMkLst>
            <pc:docMk/>
            <pc:sldMk cId="3057616896" sldId="269"/>
            <ac:spMk id="4" creationId="{FFB8B62E-9252-B6C1-2652-4BEF84F18414}"/>
          </ac:spMkLst>
        </pc:spChg>
        <pc:spChg chg="add mod">
          <ac:chgData name="Ouda, Mahmoud" userId="e66d47f0-224d-4e04-9b0d-e013f6bd1779" providerId="ADAL" clId="{1AAC6671-97AF-4578-B241-43F84DDBBA61}" dt="2024-09-06T06:13:54.743" v="10186" actId="20577"/>
          <ac:spMkLst>
            <pc:docMk/>
            <pc:sldMk cId="3057616896" sldId="269"/>
            <ac:spMk id="5" creationId="{46239DA9-9374-8E4C-F1C8-BDD5B5765D7B}"/>
          </ac:spMkLst>
        </pc:spChg>
        <pc:spChg chg="add mod">
          <ac:chgData name="Ouda, Mahmoud" userId="e66d47f0-224d-4e04-9b0d-e013f6bd1779" providerId="ADAL" clId="{1AAC6671-97AF-4578-B241-43F84DDBBA61}" dt="2024-09-06T06:24:13.404" v="10400" actId="113"/>
          <ac:spMkLst>
            <pc:docMk/>
            <pc:sldMk cId="3057616896" sldId="269"/>
            <ac:spMk id="6" creationId="{2B919C08-D1F7-94A0-854A-8731E498DF03}"/>
          </ac:spMkLst>
        </pc:spChg>
        <pc:spChg chg="add mod">
          <ac:chgData name="Ouda, Mahmoud" userId="e66d47f0-224d-4e04-9b0d-e013f6bd1779" providerId="ADAL" clId="{1AAC6671-97AF-4578-B241-43F84DDBBA61}" dt="2024-09-06T06:24:13.404" v="10400" actId="113"/>
          <ac:spMkLst>
            <pc:docMk/>
            <pc:sldMk cId="3057616896" sldId="269"/>
            <ac:spMk id="7" creationId="{B3214D24-7030-9823-D049-9B34C81F69F4}"/>
          </ac:spMkLst>
        </pc:spChg>
        <pc:spChg chg="add mod">
          <ac:chgData name="Ouda, Mahmoud" userId="e66d47f0-224d-4e04-9b0d-e013f6bd1779" providerId="ADAL" clId="{1AAC6671-97AF-4578-B241-43F84DDBBA61}" dt="2024-09-06T06:24:13.404" v="10400" actId="113"/>
          <ac:spMkLst>
            <pc:docMk/>
            <pc:sldMk cId="3057616896" sldId="269"/>
            <ac:spMk id="8" creationId="{48A92A31-50C1-AE92-C708-CB887956F2EC}"/>
          </ac:spMkLst>
        </pc:spChg>
        <pc:spChg chg="add mod">
          <ac:chgData name="Ouda, Mahmoud" userId="e66d47f0-224d-4e04-9b0d-e013f6bd1779" providerId="ADAL" clId="{1AAC6671-97AF-4578-B241-43F84DDBBA61}" dt="2024-09-06T07:07:36.237" v="11760" actId="313"/>
          <ac:spMkLst>
            <pc:docMk/>
            <pc:sldMk cId="3057616896" sldId="269"/>
            <ac:spMk id="9" creationId="{B5CFC957-625B-60C4-5E36-0F9F09C22114}"/>
          </ac:spMkLst>
        </pc:spChg>
        <pc:spChg chg="add mod">
          <ac:chgData name="Ouda, Mahmoud" userId="e66d47f0-224d-4e04-9b0d-e013f6bd1779" providerId="ADAL" clId="{1AAC6671-97AF-4578-B241-43F84DDBBA61}" dt="2024-09-06T06:24:13.404" v="10400" actId="113"/>
          <ac:spMkLst>
            <pc:docMk/>
            <pc:sldMk cId="3057616896" sldId="269"/>
            <ac:spMk id="10" creationId="{D1F810A6-75D6-C36E-B988-895BB805411A}"/>
          </ac:spMkLst>
        </pc:spChg>
        <pc:spChg chg="add mod">
          <ac:chgData name="Ouda, Mahmoud" userId="e66d47f0-224d-4e04-9b0d-e013f6bd1779" providerId="ADAL" clId="{1AAC6671-97AF-4578-B241-43F84DDBBA61}" dt="2024-09-06T06:24:13.404" v="10400" actId="113"/>
          <ac:spMkLst>
            <pc:docMk/>
            <pc:sldMk cId="3057616896" sldId="269"/>
            <ac:spMk id="11" creationId="{5973E699-AC43-6BF6-F781-4EF72D5606EC}"/>
          </ac:spMkLst>
        </pc:spChg>
        <pc:spChg chg="add mod">
          <ac:chgData name="Ouda, Mahmoud" userId="e66d47f0-224d-4e04-9b0d-e013f6bd1779" providerId="ADAL" clId="{1AAC6671-97AF-4578-B241-43F84DDBBA61}" dt="2024-09-06T06:19:03.559" v="10208" actId="571"/>
          <ac:spMkLst>
            <pc:docMk/>
            <pc:sldMk cId="3057616896" sldId="269"/>
            <ac:spMk id="12" creationId="{4A09AC00-AEEC-C88E-83BA-FFCCF835F332}"/>
          </ac:spMkLst>
        </pc:spChg>
        <pc:spChg chg="add mod">
          <ac:chgData name="Ouda, Mahmoud" userId="e66d47f0-224d-4e04-9b0d-e013f6bd1779" providerId="ADAL" clId="{1AAC6671-97AF-4578-B241-43F84DDBBA61}" dt="2024-09-06T06:19:03.559" v="10208" actId="571"/>
          <ac:spMkLst>
            <pc:docMk/>
            <pc:sldMk cId="3057616896" sldId="269"/>
            <ac:spMk id="13" creationId="{F4096D64-900D-0C7E-828F-67240DBA5592}"/>
          </ac:spMkLst>
        </pc:spChg>
        <pc:grpChg chg="add mod">
          <ac:chgData name="Ouda, Mahmoud" userId="e66d47f0-224d-4e04-9b0d-e013f6bd1779" providerId="ADAL" clId="{1AAC6671-97AF-4578-B241-43F84DDBBA61}" dt="2024-09-06T06:24:30.987" v="10402" actId="1076"/>
          <ac:grpSpMkLst>
            <pc:docMk/>
            <pc:sldMk cId="3057616896" sldId="269"/>
            <ac:grpSpMk id="14" creationId="{339586C1-C2F6-48EB-25B1-FDD6FD2AE557}"/>
          </ac:grpSpMkLst>
        </pc:grpChg>
      </pc:sldChg>
      <pc:sldChg chg="addSp delSp modSp new add del mod">
        <pc:chgData name="Ouda, Mahmoud" userId="e66d47f0-224d-4e04-9b0d-e013f6bd1779" providerId="ADAL" clId="{1AAC6671-97AF-4578-B241-43F84DDBBA61}" dt="2024-09-06T07:07:39.946" v="11763" actId="313"/>
        <pc:sldMkLst>
          <pc:docMk/>
          <pc:sldMk cId="3649134910" sldId="270"/>
        </pc:sldMkLst>
        <pc:spChg chg="del">
          <ac:chgData name="Ouda, Mahmoud" userId="e66d47f0-224d-4e04-9b0d-e013f6bd1779" providerId="ADAL" clId="{1AAC6671-97AF-4578-B241-43F84DDBBA61}" dt="2024-09-06T06:27:23.544" v="10414" actId="478"/>
          <ac:spMkLst>
            <pc:docMk/>
            <pc:sldMk cId="3649134910" sldId="270"/>
            <ac:spMk id="2" creationId="{3DB46622-BEEB-3B5C-6D48-A1AB80C406A9}"/>
          </ac:spMkLst>
        </pc:spChg>
        <pc:spChg chg="del">
          <ac:chgData name="Ouda, Mahmoud" userId="e66d47f0-224d-4e04-9b0d-e013f6bd1779" providerId="ADAL" clId="{1AAC6671-97AF-4578-B241-43F84DDBBA61}" dt="2024-09-06T06:27:24.985" v="10415" actId="478"/>
          <ac:spMkLst>
            <pc:docMk/>
            <pc:sldMk cId="3649134910" sldId="270"/>
            <ac:spMk id="3" creationId="{8C19FC0E-40C3-8C39-8D79-6B07F50C9A2F}"/>
          </ac:spMkLst>
        </pc:spChg>
        <pc:spChg chg="add mod">
          <ac:chgData name="Ouda, Mahmoud" userId="e66d47f0-224d-4e04-9b0d-e013f6bd1779" providerId="ADAL" clId="{1AAC6671-97AF-4578-B241-43F84DDBBA61}" dt="2024-09-06T07:07:37.240" v="11761" actId="313"/>
          <ac:spMkLst>
            <pc:docMk/>
            <pc:sldMk cId="3649134910" sldId="270"/>
            <ac:spMk id="4" creationId="{C89FDF5A-1BF0-A7F4-F578-D294F7F5F2A5}"/>
          </ac:spMkLst>
        </pc:spChg>
        <pc:spChg chg="add mod">
          <ac:chgData name="Ouda, Mahmoud" userId="e66d47f0-224d-4e04-9b0d-e013f6bd1779" providerId="ADAL" clId="{1AAC6671-97AF-4578-B241-43F84DDBBA61}" dt="2024-09-06T06:48:13.492" v="11206" actId="1037"/>
          <ac:spMkLst>
            <pc:docMk/>
            <pc:sldMk cId="3649134910" sldId="270"/>
            <ac:spMk id="5" creationId="{9E03E4B8-FDF0-3DC7-4CEA-14684566CC29}"/>
          </ac:spMkLst>
        </pc:spChg>
        <pc:spChg chg="add mod">
          <ac:chgData name="Ouda, Mahmoud" userId="e66d47f0-224d-4e04-9b0d-e013f6bd1779" providerId="ADAL" clId="{1AAC6671-97AF-4578-B241-43F84DDBBA61}" dt="2024-09-06T07:07:39.946" v="11763" actId="313"/>
          <ac:spMkLst>
            <pc:docMk/>
            <pc:sldMk cId="3649134910" sldId="270"/>
            <ac:spMk id="6" creationId="{0BB5131E-E9EC-B3D8-BF2D-B3D5F5AE5901}"/>
          </ac:spMkLst>
        </pc:spChg>
      </pc:sldChg>
      <pc:sldChg chg="addSp delSp modSp new mod">
        <pc:chgData name="Ouda, Mahmoud" userId="e66d47f0-224d-4e04-9b0d-e013f6bd1779" providerId="ADAL" clId="{1AAC6671-97AF-4578-B241-43F84DDBBA61}" dt="2024-09-06T07:17:22.077" v="12224" actId="404"/>
        <pc:sldMkLst>
          <pc:docMk/>
          <pc:sldMk cId="768555304" sldId="271"/>
        </pc:sldMkLst>
        <pc:spChg chg="del">
          <ac:chgData name="Ouda, Mahmoud" userId="e66d47f0-224d-4e04-9b0d-e013f6bd1779" providerId="ADAL" clId="{1AAC6671-97AF-4578-B241-43F84DDBBA61}" dt="2024-09-06T06:50:14.333" v="11273" actId="478"/>
          <ac:spMkLst>
            <pc:docMk/>
            <pc:sldMk cId="768555304" sldId="271"/>
            <ac:spMk id="2" creationId="{AD50F5C5-3684-967A-BAF0-8C69E2253635}"/>
          </ac:spMkLst>
        </pc:spChg>
        <pc:spChg chg="del">
          <ac:chgData name="Ouda, Mahmoud" userId="e66d47f0-224d-4e04-9b0d-e013f6bd1779" providerId="ADAL" clId="{1AAC6671-97AF-4578-B241-43F84DDBBA61}" dt="2024-09-06T06:50:14.931" v="11274" actId="478"/>
          <ac:spMkLst>
            <pc:docMk/>
            <pc:sldMk cId="768555304" sldId="271"/>
            <ac:spMk id="3" creationId="{9BD1020B-78A2-13B5-3115-A4D1A0A8AA14}"/>
          </ac:spMkLst>
        </pc:spChg>
        <pc:spChg chg="add mod">
          <ac:chgData name="Ouda, Mahmoud" userId="e66d47f0-224d-4e04-9b0d-e013f6bd1779" providerId="ADAL" clId="{1AAC6671-97AF-4578-B241-43F84DDBBA61}" dt="2024-09-06T07:17:22.077" v="12224" actId="404"/>
          <ac:spMkLst>
            <pc:docMk/>
            <pc:sldMk cId="768555304" sldId="271"/>
            <ac:spMk id="4" creationId="{0FBF2B57-B369-5782-7CAC-2A21892F4524}"/>
          </ac:spMkLst>
        </pc:spChg>
      </pc:sldChg>
      <pc:sldChg chg="new del">
        <pc:chgData name="Ouda, Mahmoud" userId="e66d47f0-224d-4e04-9b0d-e013f6bd1779" providerId="ADAL" clId="{1AAC6671-97AF-4578-B241-43F84DDBBA61}" dt="2024-09-06T06:27:17.271" v="10413" actId="680"/>
        <pc:sldMkLst>
          <pc:docMk/>
          <pc:sldMk cId="2766018687" sldId="271"/>
        </pc:sldMkLst>
      </pc:sldChg>
      <pc:sldChg chg="addSp delSp modSp new mod">
        <pc:chgData name="Ouda, Mahmoud" userId="e66d47f0-224d-4e04-9b0d-e013f6bd1779" providerId="ADAL" clId="{1AAC6671-97AF-4578-B241-43F84DDBBA61}" dt="2024-09-06T07:24:21.465" v="12461" actId="1076"/>
        <pc:sldMkLst>
          <pc:docMk/>
          <pc:sldMk cId="2961474629" sldId="272"/>
        </pc:sldMkLst>
        <pc:spChg chg="del">
          <ac:chgData name="Ouda, Mahmoud" userId="e66d47f0-224d-4e04-9b0d-e013f6bd1779" providerId="ADAL" clId="{1AAC6671-97AF-4578-B241-43F84DDBBA61}" dt="2024-09-06T07:16:04.453" v="12142" actId="478"/>
          <ac:spMkLst>
            <pc:docMk/>
            <pc:sldMk cId="2961474629" sldId="272"/>
            <ac:spMk id="2" creationId="{4C1E344C-974B-0F1A-A940-ADDE4E91C722}"/>
          </ac:spMkLst>
        </pc:spChg>
        <pc:spChg chg="del">
          <ac:chgData name="Ouda, Mahmoud" userId="e66d47f0-224d-4e04-9b0d-e013f6bd1779" providerId="ADAL" clId="{1AAC6671-97AF-4578-B241-43F84DDBBA61}" dt="2024-09-06T07:16:05.027" v="12143" actId="478"/>
          <ac:spMkLst>
            <pc:docMk/>
            <pc:sldMk cId="2961474629" sldId="272"/>
            <ac:spMk id="3" creationId="{66EFD228-6956-0606-7051-AE9FEFF83133}"/>
          </ac:spMkLst>
        </pc:spChg>
        <pc:spChg chg="add mod">
          <ac:chgData name="Ouda, Mahmoud" userId="e66d47f0-224d-4e04-9b0d-e013f6bd1779" providerId="ADAL" clId="{1AAC6671-97AF-4578-B241-43F84DDBBA61}" dt="2024-09-06T07:20:35.121" v="12375" actId="20577"/>
          <ac:spMkLst>
            <pc:docMk/>
            <pc:sldMk cId="2961474629" sldId="272"/>
            <ac:spMk id="4" creationId="{4E50EB03-9D5A-15B3-9D2D-C2F494DD3D70}"/>
          </ac:spMkLst>
        </pc:spChg>
        <pc:spChg chg="add del mod">
          <ac:chgData name="Ouda, Mahmoud" userId="e66d47f0-224d-4e04-9b0d-e013f6bd1779" providerId="ADAL" clId="{1AAC6671-97AF-4578-B241-43F84DDBBA61}" dt="2024-09-06T07:23:53.428" v="12455" actId="20577"/>
          <ac:spMkLst>
            <pc:docMk/>
            <pc:sldMk cId="2961474629" sldId="272"/>
            <ac:spMk id="7" creationId="{FF16F411-0940-F2DE-DA1B-09EA6067AC66}"/>
          </ac:spMkLst>
        </pc:spChg>
        <pc:picChg chg="add mod">
          <ac:chgData name="Ouda, Mahmoud" userId="e66d47f0-224d-4e04-9b0d-e013f6bd1779" providerId="ADAL" clId="{1AAC6671-97AF-4578-B241-43F84DDBBA61}" dt="2024-09-06T07:24:14.224" v="12460" actId="1076"/>
          <ac:picMkLst>
            <pc:docMk/>
            <pc:sldMk cId="2961474629" sldId="272"/>
            <ac:picMk id="6" creationId="{0B463087-BE53-895A-4000-37FE0B4C2D1C}"/>
          </ac:picMkLst>
        </pc:picChg>
        <pc:picChg chg="add mod">
          <ac:chgData name="Ouda, Mahmoud" userId="e66d47f0-224d-4e04-9b0d-e013f6bd1779" providerId="ADAL" clId="{1AAC6671-97AF-4578-B241-43F84DDBBA61}" dt="2024-09-06T07:24:21.465" v="12461" actId="1076"/>
          <ac:picMkLst>
            <pc:docMk/>
            <pc:sldMk cId="2961474629" sldId="272"/>
            <ac:picMk id="9" creationId="{8B5F7285-5462-8DEB-8475-8EDB1D817A07}"/>
          </ac:picMkLst>
        </pc:picChg>
      </pc:sldChg>
      <pc:sldChg chg="addSp delSp modSp new mod">
        <pc:chgData name="Ouda, Mahmoud" userId="e66d47f0-224d-4e04-9b0d-e013f6bd1779" providerId="ADAL" clId="{1AAC6671-97AF-4578-B241-43F84DDBBA61}" dt="2024-09-06T15:28:13.994" v="12868" actId="1076"/>
        <pc:sldMkLst>
          <pc:docMk/>
          <pc:sldMk cId="3568372137" sldId="273"/>
        </pc:sldMkLst>
        <pc:spChg chg="del">
          <ac:chgData name="Ouda, Mahmoud" userId="e66d47f0-224d-4e04-9b0d-e013f6bd1779" providerId="ADAL" clId="{1AAC6671-97AF-4578-B241-43F84DDBBA61}" dt="2024-09-06T10:16:32.340" v="12463" actId="478"/>
          <ac:spMkLst>
            <pc:docMk/>
            <pc:sldMk cId="3568372137" sldId="273"/>
            <ac:spMk id="2" creationId="{AA37EE6B-20CC-3335-85DF-4CEBF0F38E8C}"/>
          </ac:spMkLst>
        </pc:spChg>
        <pc:spChg chg="del">
          <ac:chgData name="Ouda, Mahmoud" userId="e66d47f0-224d-4e04-9b0d-e013f6bd1779" providerId="ADAL" clId="{1AAC6671-97AF-4578-B241-43F84DDBBA61}" dt="2024-09-06T10:16:32.668" v="12464" actId="478"/>
          <ac:spMkLst>
            <pc:docMk/>
            <pc:sldMk cId="3568372137" sldId="273"/>
            <ac:spMk id="3" creationId="{B499B38A-E7BC-2DAF-8D3B-B787E4E9A645}"/>
          </ac:spMkLst>
        </pc:spChg>
        <pc:spChg chg="add mod">
          <ac:chgData name="Ouda, Mahmoud" userId="e66d47f0-224d-4e04-9b0d-e013f6bd1779" providerId="ADAL" clId="{1AAC6671-97AF-4578-B241-43F84DDBBA61}" dt="2024-09-06T10:24:16.824" v="12865" actId="20577"/>
          <ac:spMkLst>
            <pc:docMk/>
            <pc:sldMk cId="3568372137" sldId="273"/>
            <ac:spMk id="4" creationId="{5CC0E57C-D2E4-3DF1-2290-F700D7BF689A}"/>
          </ac:spMkLst>
        </pc:spChg>
        <pc:picChg chg="add mod">
          <ac:chgData name="Ouda, Mahmoud" userId="e66d47f0-224d-4e04-9b0d-e013f6bd1779" providerId="ADAL" clId="{1AAC6671-97AF-4578-B241-43F84DDBBA61}" dt="2024-09-06T15:28:13.994" v="12868" actId="1076"/>
          <ac:picMkLst>
            <pc:docMk/>
            <pc:sldMk cId="3568372137" sldId="273"/>
            <ac:picMk id="6" creationId="{025678D9-1BE9-08F5-F360-B5061DC3185E}"/>
          </ac:picMkLst>
        </pc:picChg>
      </pc:sldChg>
      <pc:sldChg chg="addSp delSp modSp new mod">
        <pc:chgData name="Ouda, Mahmoud" userId="e66d47f0-224d-4e04-9b0d-e013f6bd1779" providerId="ADAL" clId="{1AAC6671-97AF-4578-B241-43F84DDBBA61}" dt="2024-09-06T15:57:22.045" v="13054" actId="1076"/>
        <pc:sldMkLst>
          <pc:docMk/>
          <pc:sldMk cId="1999772779" sldId="274"/>
        </pc:sldMkLst>
        <pc:spChg chg="del">
          <ac:chgData name="Ouda, Mahmoud" userId="e66d47f0-224d-4e04-9b0d-e013f6bd1779" providerId="ADAL" clId="{1AAC6671-97AF-4578-B241-43F84DDBBA61}" dt="2024-09-06T15:46:53.162" v="12872" actId="478"/>
          <ac:spMkLst>
            <pc:docMk/>
            <pc:sldMk cId="1999772779" sldId="274"/>
            <ac:spMk id="2" creationId="{B1A93B39-1AE0-376E-D6F1-9204DDE08E6A}"/>
          </ac:spMkLst>
        </pc:spChg>
        <pc:spChg chg="del mod">
          <ac:chgData name="Ouda, Mahmoud" userId="e66d47f0-224d-4e04-9b0d-e013f6bd1779" providerId="ADAL" clId="{1AAC6671-97AF-4578-B241-43F84DDBBA61}" dt="2024-09-06T15:46:50.578" v="12871" actId="478"/>
          <ac:spMkLst>
            <pc:docMk/>
            <pc:sldMk cId="1999772779" sldId="274"/>
            <ac:spMk id="3" creationId="{D03C7117-92BB-1A23-D2F8-A44208D6350A}"/>
          </ac:spMkLst>
        </pc:spChg>
        <pc:spChg chg="add del mod">
          <ac:chgData name="Ouda, Mahmoud" userId="e66d47f0-224d-4e04-9b0d-e013f6bd1779" providerId="ADAL" clId="{1AAC6671-97AF-4578-B241-43F84DDBBA61}" dt="2024-09-06T15:53:43.013" v="12891" actId="478"/>
          <ac:spMkLst>
            <pc:docMk/>
            <pc:sldMk cId="1999772779" sldId="274"/>
            <ac:spMk id="5" creationId="{45F5E27D-38CB-6E2D-4DED-2230B0C4047D}"/>
          </ac:spMkLst>
        </pc:spChg>
        <pc:spChg chg="add mod">
          <ac:chgData name="Ouda, Mahmoud" userId="e66d47f0-224d-4e04-9b0d-e013f6bd1779" providerId="ADAL" clId="{1AAC6671-97AF-4578-B241-43F84DDBBA61}" dt="2024-09-06T15:57:08.890" v="13051" actId="20577"/>
          <ac:spMkLst>
            <pc:docMk/>
            <pc:sldMk cId="1999772779" sldId="274"/>
            <ac:spMk id="13" creationId="{F54FC1C7-0F54-A2F6-59B0-C337C06F60A9}"/>
          </ac:spMkLst>
        </pc:spChg>
        <pc:grpChg chg="add mod">
          <ac:chgData name="Ouda, Mahmoud" userId="e66d47f0-224d-4e04-9b0d-e013f6bd1779" providerId="ADAL" clId="{1AAC6671-97AF-4578-B241-43F84DDBBA61}" dt="2024-09-06T15:57:22.045" v="13054" actId="1076"/>
          <ac:grpSpMkLst>
            <pc:docMk/>
            <pc:sldMk cId="1999772779" sldId="274"/>
            <ac:grpSpMk id="12" creationId="{8AC1BDB8-DF9C-CDEF-08F2-4FD5B060CF6A}"/>
          </ac:grpSpMkLst>
        </pc:grpChg>
        <pc:picChg chg="add mod">
          <ac:chgData name="Ouda, Mahmoud" userId="e66d47f0-224d-4e04-9b0d-e013f6bd1779" providerId="ADAL" clId="{1AAC6671-97AF-4578-B241-43F84DDBBA61}" dt="2024-09-06T15:57:16.307" v="13053" actId="1076"/>
          <ac:picMkLst>
            <pc:docMk/>
            <pc:sldMk cId="1999772779" sldId="274"/>
            <ac:picMk id="7" creationId="{BD5A120A-944A-10D3-5BE6-E3182753CBFC}"/>
          </ac:picMkLst>
        </pc:picChg>
        <pc:picChg chg="add mod ord modCrop">
          <ac:chgData name="Ouda, Mahmoud" userId="e66d47f0-224d-4e04-9b0d-e013f6bd1779" providerId="ADAL" clId="{1AAC6671-97AF-4578-B241-43F84DDBBA61}" dt="2024-09-06T15:56:17.836" v="12965" actId="164"/>
          <ac:picMkLst>
            <pc:docMk/>
            <pc:sldMk cId="1999772779" sldId="274"/>
            <ac:picMk id="9" creationId="{406AE5E4-6E59-8C0E-013E-66D41B6AB55F}"/>
          </ac:picMkLst>
        </pc:picChg>
        <pc:picChg chg="add del mod">
          <ac:chgData name="Ouda, Mahmoud" userId="e66d47f0-224d-4e04-9b0d-e013f6bd1779" providerId="ADAL" clId="{1AAC6671-97AF-4578-B241-43F84DDBBA61}" dt="2024-09-06T15:55:54.760" v="12909" actId="478"/>
          <ac:picMkLst>
            <pc:docMk/>
            <pc:sldMk cId="1999772779" sldId="274"/>
            <ac:picMk id="11" creationId="{7CAB8BEC-2E52-F619-781C-1343913EFE92}"/>
          </ac:picMkLst>
        </pc:picChg>
      </pc:sldChg>
      <pc:sldChg chg="addSp delSp modSp new mod">
        <pc:chgData name="Ouda, Mahmoud" userId="e66d47f0-224d-4e04-9b0d-e013f6bd1779" providerId="ADAL" clId="{1AAC6671-97AF-4578-B241-43F84DDBBA61}" dt="2024-09-06T15:59:18.515" v="13105" actId="1035"/>
        <pc:sldMkLst>
          <pc:docMk/>
          <pc:sldMk cId="2122906581" sldId="275"/>
        </pc:sldMkLst>
        <pc:spChg chg="del">
          <ac:chgData name="Ouda, Mahmoud" userId="e66d47f0-224d-4e04-9b0d-e013f6bd1779" providerId="ADAL" clId="{1AAC6671-97AF-4578-B241-43F84DDBBA61}" dt="2024-09-06T15:55:47.410" v="12905" actId="478"/>
          <ac:spMkLst>
            <pc:docMk/>
            <pc:sldMk cId="2122906581" sldId="275"/>
            <ac:spMk id="2" creationId="{2A084ACC-5093-AFD2-6190-7DC272D655E9}"/>
          </ac:spMkLst>
        </pc:spChg>
        <pc:spChg chg="del">
          <ac:chgData name="Ouda, Mahmoud" userId="e66d47f0-224d-4e04-9b0d-e013f6bd1779" providerId="ADAL" clId="{1AAC6671-97AF-4578-B241-43F84DDBBA61}" dt="2024-09-06T15:55:47.873" v="12906" actId="478"/>
          <ac:spMkLst>
            <pc:docMk/>
            <pc:sldMk cId="2122906581" sldId="275"/>
            <ac:spMk id="3" creationId="{31263FC3-3F22-7FD5-E9E2-993E3F422CF3}"/>
          </ac:spMkLst>
        </pc:spChg>
        <pc:spChg chg="add mod">
          <ac:chgData name="Ouda, Mahmoud" userId="e66d47f0-224d-4e04-9b0d-e013f6bd1779" providerId="ADAL" clId="{1AAC6671-97AF-4578-B241-43F84DDBBA61}" dt="2024-09-06T15:59:18.515" v="13105" actId="1035"/>
          <ac:spMkLst>
            <pc:docMk/>
            <pc:sldMk cId="2122906581" sldId="275"/>
            <ac:spMk id="6" creationId="{C4FE67C3-910B-24CD-578D-B7E391470560}"/>
          </ac:spMkLst>
        </pc:spChg>
        <pc:picChg chg="add mod">
          <ac:chgData name="Ouda, Mahmoud" userId="e66d47f0-224d-4e04-9b0d-e013f6bd1779" providerId="ADAL" clId="{1AAC6671-97AF-4578-B241-43F84DDBBA61}" dt="2024-09-06T15:58:07.833" v="13063" actId="1035"/>
          <ac:picMkLst>
            <pc:docMk/>
            <pc:sldMk cId="2122906581" sldId="275"/>
            <ac:picMk id="5" creationId="{51C998C2-5CFA-6D1F-B847-4D13363CED67}"/>
          </ac:picMkLst>
        </pc:picChg>
      </pc:sldChg>
      <pc:sldMasterChg chg="setBg modSldLayout">
        <pc:chgData name="Ouda, Mahmoud" userId="e66d47f0-224d-4e04-9b0d-e013f6bd1779" providerId="ADAL" clId="{1AAC6671-97AF-4578-B241-43F84DDBBA61}" dt="2024-09-01T19:57:33.178" v="189"/>
        <pc:sldMasterMkLst>
          <pc:docMk/>
          <pc:sldMasterMk cId="3386125427" sldId="2147483648"/>
        </pc:sldMasterMkLst>
        <pc:sldLayoutChg chg="setBg">
          <pc:chgData name="Ouda, Mahmoud" userId="e66d47f0-224d-4e04-9b0d-e013f6bd1779" providerId="ADAL" clId="{1AAC6671-97AF-4578-B241-43F84DDBBA61}" dt="2024-09-01T19:57:33.178" v="189"/>
          <pc:sldLayoutMkLst>
            <pc:docMk/>
            <pc:sldMasterMk cId="3386125427" sldId="2147483648"/>
            <pc:sldLayoutMk cId="2243294281" sldId="2147483649"/>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635327975" sldId="2147483650"/>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751448730" sldId="2147483651"/>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567703052" sldId="2147483652"/>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720584240" sldId="2147483653"/>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653424591" sldId="2147483654"/>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399678577" sldId="2147483655"/>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564913332" sldId="2147483656"/>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2733679964" sldId="2147483657"/>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2389179525" sldId="2147483658"/>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2250615056" sldId="2147483659"/>
          </pc:sldLayoutMkLst>
        </pc:sldLayoutChg>
      </pc:sldMasterChg>
      <pc:sldMasterChg chg="setBg modSldLayout">
        <pc:chgData name="Ouda, Mahmoud" userId="e66d47f0-224d-4e04-9b0d-e013f6bd1779" providerId="ADAL" clId="{1AAC6671-97AF-4578-B241-43F84DDBBA61}" dt="2024-09-04T15:58:30.815" v="5923"/>
        <pc:sldMasterMkLst>
          <pc:docMk/>
          <pc:sldMasterMk cId="919967117" sldId="2147483678"/>
        </pc:sldMasterMkLst>
        <pc:sldLayoutChg chg="setBg">
          <pc:chgData name="Ouda, Mahmoud" userId="e66d47f0-224d-4e04-9b0d-e013f6bd1779" providerId="ADAL" clId="{1AAC6671-97AF-4578-B241-43F84DDBBA61}" dt="2024-09-04T15:58:30.815" v="5923"/>
          <pc:sldLayoutMkLst>
            <pc:docMk/>
            <pc:sldMasterMk cId="919967117" sldId="2147483678"/>
            <pc:sldLayoutMk cId="2522838150" sldId="2147483679"/>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1968426608" sldId="2147483680"/>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323933396" sldId="2147483681"/>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3135392537" sldId="2147483682"/>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186607977" sldId="2147483683"/>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4268402745" sldId="2147483684"/>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1634109971" sldId="2147483685"/>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2969553582" sldId="2147483686"/>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4287211681" sldId="2147483687"/>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2119225366" sldId="2147483688"/>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969429780" sldId="214748368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4406C3-A604-43DF-B8C5-E9E7E2A0EFFF}" type="doc">
      <dgm:prSet loTypeId="urn:microsoft.com/office/officeart/2005/8/layout/vProcess5" loCatId="process" qsTypeId="urn:microsoft.com/office/officeart/2005/8/quickstyle/simple1" qsCatId="simple" csTypeId="urn:microsoft.com/office/officeart/2005/8/colors/accent5_2" csCatId="accent5" phldr="1"/>
      <dgm:spPr/>
      <dgm:t>
        <a:bodyPr/>
        <a:lstStyle/>
        <a:p>
          <a:endParaRPr lang="en-GB"/>
        </a:p>
      </dgm:t>
    </dgm:pt>
    <dgm:pt modelId="{355AFEC5-1F48-4C59-BC46-D6965E9E226C}">
      <dgm:prSet custT="1"/>
      <dgm:spPr/>
      <dgm:t>
        <a:bodyPr/>
        <a:lstStyle/>
        <a:p>
          <a:r>
            <a:rPr lang="en-GB" sz="2400" b="0" dirty="0">
              <a:effectLst>
                <a:outerShdw blurRad="38100" dist="38100" dir="2700000" algn="tl">
                  <a:srgbClr val="000000">
                    <a:alpha val="43137"/>
                  </a:srgbClr>
                </a:outerShdw>
              </a:effectLst>
            </a:rPr>
            <a:t>Identify the classes needed</a:t>
          </a:r>
        </a:p>
      </dgm:t>
    </dgm:pt>
    <dgm:pt modelId="{15456D57-4A24-4C48-940C-ED493882FDCC}" type="parTrans" cxnId="{87327CBA-73E0-4C7B-8DAA-5E798D231D0F}">
      <dgm:prSet/>
      <dgm:spPr/>
      <dgm:t>
        <a:bodyPr/>
        <a:lstStyle/>
        <a:p>
          <a:endParaRPr lang="en-GB"/>
        </a:p>
      </dgm:t>
    </dgm:pt>
    <dgm:pt modelId="{EBA311E0-973A-4500-B798-09FEC59DBFB7}" type="sibTrans" cxnId="{87327CBA-73E0-4C7B-8DAA-5E798D231D0F}">
      <dgm:prSet/>
      <dgm:spPr/>
      <dgm:t>
        <a:bodyPr/>
        <a:lstStyle/>
        <a:p>
          <a:endParaRPr lang="en-GB" dirty="0"/>
        </a:p>
      </dgm:t>
    </dgm:pt>
    <dgm:pt modelId="{C45F8DBE-D446-4302-BAE6-2750BFFEF328}">
      <dgm:prSet custT="1"/>
      <dgm:spPr/>
      <dgm:t>
        <a:bodyPr/>
        <a:lstStyle/>
        <a:p>
          <a:r>
            <a:rPr lang="en-GB" sz="2400" b="0" dirty="0">
              <a:effectLst>
                <a:outerShdw blurRad="38100" dist="38100" dir="2700000" algn="tl">
                  <a:srgbClr val="000000">
                    <a:alpha val="43137"/>
                  </a:srgbClr>
                </a:outerShdw>
              </a:effectLst>
            </a:rPr>
            <a:t>Identify the different  types of the real-world (users) objects</a:t>
          </a:r>
        </a:p>
      </dgm:t>
    </dgm:pt>
    <dgm:pt modelId="{F2AE7C65-24DB-401E-8B93-9589514D21A6}" type="parTrans" cxnId="{C1CC6F8F-24E1-4EAC-99CA-7751B25B32F9}">
      <dgm:prSet/>
      <dgm:spPr/>
      <dgm:t>
        <a:bodyPr/>
        <a:lstStyle/>
        <a:p>
          <a:endParaRPr lang="en-GB"/>
        </a:p>
      </dgm:t>
    </dgm:pt>
    <dgm:pt modelId="{C478050E-37DE-4504-9980-8E330080FD1E}" type="sibTrans" cxnId="{C1CC6F8F-24E1-4EAC-99CA-7751B25B32F9}">
      <dgm:prSet/>
      <dgm:spPr/>
      <dgm:t>
        <a:bodyPr/>
        <a:lstStyle/>
        <a:p>
          <a:endParaRPr lang="en-GB" dirty="0"/>
        </a:p>
      </dgm:t>
    </dgm:pt>
    <dgm:pt modelId="{E83F6CBE-F6B8-4398-A7A8-45671F7285B9}">
      <dgm:prSet custT="1"/>
      <dgm:spPr/>
      <dgm:t>
        <a:bodyPr/>
        <a:lstStyle/>
        <a:p>
          <a:r>
            <a:rPr lang="en-GB" sz="2400" b="0" dirty="0">
              <a:effectLst>
                <a:outerShdw blurRad="38100" dist="38100" dir="2700000" algn="tl">
                  <a:srgbClr val="000000">
                    <a:alpha val="43137"/>
                  </a:srgbClr>
                </a:outerShdw>
              </a:effectLst>
            </a:rPr>
            <a:t>Create the suitable classes for those objects</a:t>
          </a:r>
        </a:p>
      </dgm:t>
    </dgm:pt>
    <dgm:pt modelId="{80B541BD-4FA8-4A9A-9D76-5EE84EBC79D4}" type="parTrans" cxnId="{9D7D95A2-0FCF-4B5C-8228-615ADBED097F}">
      <dgm:prSet/>
      <dgm:spPr/>
      <dgm:t>
        <a:bodyPr/>
        <a:lstStyle/>
        <a:p>
          <a:endParaRPr lang="en-GB"/>
        </a:p>
      </dgm:t>
    </dgm:pt>
    <dgm:pt modelId="{C24F500D-CD81-49E4-87D4-C55C6ACBAEF4}" type="sibTrans" cxnId="{9D7D95A2-0FCF-4B5C-8228-615ADBED097F}">
      <dgm:prSet/>
      <dgm:spPr/>
      <dgm:t>
        <a:bodyPr/>
        <a:lstStyle/>
        <a:p>
          <a:endParaRPr lang="en-GB"/>
        </a:p>
      </dgm:t>
    </dgm:pt>
    <dgm:pt modelId="{1D627CDF-063F-43BD-92D6-1B449D89413B}" type="pres">
      <dgm:prSet presAssocID="{724406C3-A604-43DF-B8C5-E9E7E2A0EFFF}" presName="outerComposite" presStyleCnt="0">
        <dgm:presLayoutVars>
          <dgm:chMax val="5"/>
          <dgm:dir/>
          <dgm:resizeHandles val="exact"/>
        </dgm:presLayoutVars>
      </dgm:prSet>
      <dgm:spPr/>
    </dgm:pt>
    <dgm:pt modelId="{9AAE8F6E-58EA-4052-A40A-41FE4CC48288}" type="pres">
      <dgm:prSet presAssocID="{724406C3-A604-43DF-B8C5-E9E7E2A0EFFF}" presName="dummyMaxCanvas" presStyleCnt="0">
        <dgm:presLayoutVars/>
      </dgm:prSet>
      <dgm:spPr/>
    </dgm:pt>
    <dgm:pt modelId="{56B1D4B5-9EA2-4ED9-B5AE-30BA3D4C4357}" type="pres">
      <dgm:prSet presAssocID="{724406C3-A604-43DF-B8C5-E9E7E2A0EFFF}" presName="ThreeNodes_1" presStyleLbl="node1" presStyleIdx="0" presStyleCnt="3">
        <dgm:presLayoutVars>
          <dgm:bulletEnabled val="1"/>
        </dgm:presLayoutVars>
      </dgm:prSet>
      <dgm:spPr/>
    </dgm:pt>
    <dgm:pt modelId="{E7A89FB0-924A-4D7A-9FDB-D97881823FFD}" type="pres">
      <dgm:prSet presAssocID="{724406C3-A604-43DF-B8C5-E9E7E2A0EFFF}" presName="ThreeNodes_2" presStyleLbl="node1" presStyleIdx="1" presStyleCnt="3">
        <dgm:presLayoutVars>
          <dgm:bulletEnabled val="1"/>
        </dgm:presLayoutVars>
      </dgm:prSet>
      <dgm:spPr/>
    </dgm:pt>
    <dgm:pt modelId="{DB5ADC06-202C-4015-BE52-CBD367949B84}" type="pres">
      <dgm:prSet presAssocID="{724406C3-A604-43DF-B8C5-E9E7E2A0EFFF}" presName="ThreeNodes_3" presStyleLbl="node1" presStyleIdx="2" presStyleCnt="3">
        <dgm:presLayoutVars>
          <dgm:bulletEnabled val="1"/>
        </dgm:presLayoutVars>
      </dgm:prSet>
      <dgm:spPr/>
    </dgm:pt>
    <dgm:pt modelId="{D314C304-30AA-41E3-BD2D-F7170CCF4B0A}" type="pres">
      <dgm:prSet presAssocID="{724406C3-A604-43DF-B8C5-E9E7E2A0EFFF}" presName="ThreeConn_1-2" presStyleLbl="fgAccFollowNode1" presStyleIdx="0" presStyleCnt="2" custLinFactX="-17157" custLinFactNeighborX="-100000">
        <dgm:presLayoutVars>
          <dgm:bulletEnabled val="1"/>
        </dgm:presLayoutVars>
      </dgm:prSet>
      <dgm:spPr/>
    </dgm:pt>
    <dgm:pt modelId="{ACA56475-0BE5-4ACC-B778-D48AAFA45312}" type="pres">
      <dgm:prSet presAssocID="{724406C3-A604-43DF-B8C5-E9E7E2A0EFFF}" presName="ThreeConn_2-3" presStyleLbl="fgAccFollowNode1" presStyleIdx="1" presStyleCnt="2" custLinFactX="-17157" custLinFactNeighborX="-100000">
        <dgm:presLayoutVars>
          <dgm:bulletEnabled val="1"/>
        </dgm:presLayoutVars>
      </dgm:prSet>
      <dgm:spPr/>
    </dgm:pt>
    <dgm:pt modelId="{A2710B33-1C9C-4DD6-A88C-F0A871FA673A}" type="pres">
      <dgm:prSet presAssocID="{724406C3-A604-43DF-B8C5-E9E7E2A0EFFF}" presName="ThreeNodes_1_text" presStyleLbl="node1" presStyleIdx="2" presStyleCnt="3">
        <dgm:presLayoutVars>
          <dgm:bulletEnabled val="1"/>
        </dgm:presLayoutVars>
      </dgm:prSet>
      <dgm:spPr/>
    </dgm:pt>
    <dgm:pt modelId="{135243C3-C75C-4DEF-BC62-1B802677FD50}" type="pres">
      <dgm:prSet presAssocID="{724406C3-A604-43DF-B8C5-E9E7E2A0EFFF}" presName="ThreeNodes_2_text" presStyleLbl="node1" presStyleIdx="2" presStyleCnt="3">
        <dgm:presLayoutVars>
          <dgm:bulletEnabled val="1"/>
        </dgm:presLayoutVars>
      </dgm:prSet>
      <dgm:spPr/>
    </dgm:pt>
    <dgm:pt modelId="{9BB3D1A1-46CD-48C7-8CB2-45E0D509AE5E}" type="pres">
      <dgm:prSet presAssocID="{724406C3-A604-43DF-B8C5-E9E7E2A0EFFF}" presName="ThreeNodes_3_text" presStyleLbl="node1" presStyleIdx="2" presStyleCnt="3">
        <dgm:presLayoutVars>
          <dgm:bulletEnabled val="1"/>
        </dgm:presLayoutVars>
      </dgm:prSet>
      <dgm:spPr/>
    </dgm:pt>
  </dgm:ptLst>
  <dgm:cxnLst>
    <dgm:cxn modelId="{02869824-0715-43DE-BD3C-A40F23CA9980}" type="presOf" srcId="{EBA311E0-973A-4500-B798-09FEC59DBFB7}" destId="{D314C304-30AA-41E3-BD2D-F7170CCF4B0A}" srcOrd="0" destOrd="0" presId="urn:microsoft.com/office/officeart/2005/8/layout/vProcess5"/>
    <dgm:cxn modelId="{59176025-A848-4AEB-A2F8-FAF96899341B}" type="presOf" srcId="{E83F6CBE-F6B8-4398-A7A8-45671F7285B9}" destId="{9BB3D1A1-46CD-48C7-8CB2-45E0D509AE5E}" srcOrd="1" destOrd="0" presId="urn:microsoft.com/office/officeart/2005/8/layout/vProcess5"/>
    <dgm:cxn modelId="{61DA0034-84E8-4F72-8667-0C12AAC4472F}" type="presOf" srcId="{E83F6CBE-F6B8-4398-A7A8-45671F7285B9}" destId="{DB5ADC06-202C-4015-BE52-CBD367949B84}" srcOrd="0" destOrd="0" presId="urn:microsoft.com/office/officeart/2005/8/layout/vProcess5"/>
    <dgm:cxn modelId="{545B0967-865A-40D0-95FC-E60A3E2DA565}" type="presOf" srcId="{C45F8DBE-D446-4302-BAE6-2750BFFEF328}" destId="{135243C3-C75C-4DEF-BC62-1B802677FD50}" srcOrd="1" destOrd="0" presId="urn:microsoft.com/office/officeart/2005/8/layout/vProcess5"/>
    <dgm:cxn modelId="{2FF3804D-739B-4989-BC3D-ECBFDE120C81}" type="presOf" srcId="{355AFEC5-1F48-4C59-BC46-D6965E9E226C}" destId="{56B1D4B5-9EA2-4ED9-B5AE-30BA3D4C4357}" srcOrd="0" destOrd="0" presId="urn:microsoft.com/office/officeart/2005/8/layout/vProcess5"/>
    <dgm:cxn modelId="{8AA15E70-C92E-44BB-A981-D12733E9BA3B}" type="presOf" srcId="{C478050E-37DE-4504-9980-8E330080FD1E}" destId="{ACA56475-0BE5-4ACC-B778-D48AAFA45312}" srcOrd="0" destOrd="0" presId="urn:microsoft.com/office/officeart/2005/8/layout/vProcess5"/>
    <dgm:cxn modelId="{C1CC6F8F-24E1-4EAC-99CA-7751B25B32F9}" srcId="{724406C3-A604-43DF-B8C5-E9E7E2A0EFFF}" destId="{C45F8DBE-D446-4302-BAE6-2750BFFEF328}" srcOrd="1" destOrd="0" parTransId="{F2AE7C65-24DB-401E-8B93-9589514D21A6}" sibTransId="{C478050E-37DE-4504-9980-8E330080FD1E}"/>
    <dgm:cxn modelId="{6548DC9D-A34A-4D0D-87B2-573AD789E36C}" type="presOf" srcId="{724406C3-A604-43DF-B8C5-E9E7E2A0EFFF}" destId="{1D627CDF-063F-43BD-92D6-1B449D89413B}" srcOrd="0" destOrd="0" presId="urn:microsoft.com/office/officeart/2005/8/layout/vProcess5"/>
    <dgm:cxn modelId="{9D7D95A2-0FCF-4B5C-8228-615ADBED097F}" srcId="{724406C3-A604-43DF-B8C5-E9E7E2A0EFFF}" destId="{E83F6CBE-F6B8-4398-A7A8-45671F7285B9}" srcOrd="2" destOrd="0" parTransId="{80B541BD-4FA8-4A9A-9D76-5EE84EBC79D4}" sibTransId="{C24F500D-CD81-49E4-87D4-C55C6ACBAEF4}"/>
    <dgm:cxn modelId="{1985BAA8-8AC6-4012-A02C-CBD7CC11793C}" type="presOf" srcId="{355AFEC5-1F48-4C59-BC46-D6965E9E226C}" destId="{A2710B33-1C9C-4DD6-A88C-F0A871FA673A}" srcOrd="1" destOrd="0" presId="urn:microsoft.com/office/officeart/2005/8/layout/vProcess5"/>
    <dgm:cxn modelId="{87327CBA-73E0-4C7B-8DAA-5E798D231D0F}" srcId="{724406C3-A604-43DF-B8C5-E9E7E2A0EFFF}" destId="{355AFEC5-1F48-4C59-BC46-D6965E9E226C}" srcOrd="0" destOrd="0" parTransId="{15456D57-4A24-4C48-940C-ED493882FDCC}" sibTransId="{EBA311E0-973A-4500-B798-09FEC59DBFB7}"/>
    <dgm:cxn modelId="{7D9098CD-862C-49AA-B64F-3835FE9A605C}" type="presOf" srcId="{C45F8DBE-D446-4302-BAE6-2750BFFEF328}" destId="{E7A89FB0-924A-4D7A-9FDB-D97881823FFD}" srcOrd="0" destOrd="0" presId="urn:microsoft.com/office/officeart/2005/8/layout/vProcess5"/>
    <dgm:cxn modelId="{93331054-2E55-44FB-8AF5-857FB2F4B76E}" type="presParOf" srcId="{1D627CDF-063F-43BD-92D6-1B449D89413B}" destId="{9AAE8F6E-58EA-4052-A40A-41FE4CC48288}" srcOrd="0" destOrd="0" presId="urn:microsoft.com/office/officeart/2005/8/layout/vProcess5"/>
    <dgm:cxn modelId="{2641DBEF-16AE-46CB-A237-B4F3CC764E3B}" type="presParOf" srcId="{1D627CDF-063F-43BD-92D6-1B449D89413B}" destId="{56B1D4B5-9EA2-4ED9-B5AE-30BA3D4C4357}" srcOrd="1" destOrd="0" presId="urn:microsoft.com/office/officeart/2005/8/layout/vProcess5"/>
    <dgm:cxn modelId="{460D089D-1A7A-42C0-9F0B-4A9171495688}" type="presParOf" srcId="{1D627CDF-063F-43BD-92D6-1B449D89413B}" destId="{E7A89FB0-924A-4D7A-9FDB-D97881823FFD}" srcOrd="2" destOrd="0" presId="urn:microsoft.com/office/officeart/2005/8/layout/vProcess5"/>
    <dgm:cxn modelId="{B7004BE6-CB32-4FC4-9AF1-D5FBCC37D439}" type="presParOf" srcId="{1D627CDF-063F-43BD-92D6-1B449D89413B}" destId="{DB5ADC06-202C-4015-BE52-CBD367949B84}" srcOrd="3" destOrd="0" presId="urn:microsoft.com/office/officeart/2005/8/layout/vProcess5"/>
    <dgm:cxn modelId="{78BCD19D-80DA-4F06-B1D8-37021F748B4C}" type="presParOf" srcId="{1D627CDF-063F-43BD-92D6-1B449D89413B}" destId="{D314C304-30AA-41E3-BD2D-F7170CCF4B0A}" srcOrd="4" destOrd="0" presId="urn:microsoft.com/office/officeart/2005/8/layout/vProcess5"/>
    <dgm:cxn modelId="{C4BC31CA-701F-4CC6-84E1-F4B19E3B2142}" type="presParOf" srcId="{1D627CDF-063F-43BD-92D6-1B449D89413B}" destId="{ACA56475-0BE5-4ACC-B778-D48AAFA45312}" srcOrd="5" destOrd="0" presId="urn:microsoft.com/office/officeart/2005/8/layout/vProcess5"/>
    <dgm:cxn modelId="{3673B2AC-E56B-46F9-9059-B3F921189A63}" type="presParOf" srcId="{1D627CDF-063F-43BD-92D6-1B449D89413B}" destId="{A2710B33-1C9C-4DD6-A88C-F0A871FA673A}" srcOrd="6" destOrd="0" presId="urn:microsoft.com/office/officeart/2005/8/layout/vProcess5"/>
    <dgm:cxn modelId="{044B4C2A-6E68-486B-BEBD-AC5647D97E77}" type="presParOf" srcId="{1D627CDF-063F-43BD-92D6-1B449D89413B}" destId="{135243C3-C75C-4DEF-BC62-1B802677FD50}" srcOrd="7" destOrd="0" presId="urn:microsoft.com/office/officeart/2005/8/layout/vProcess5"/>
    <dgm:cxn modelId="{0F07C1AC-B92E-42BD-B586-C8C532E3698E}" type="presParOf" srcId="{1D627CDF-063F-43BD-92D6-1B449D89413B}" destId="{9BB3D1A1-46CD-48C7-8CB2-45E0D509AE5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1D4B5-9EA2-4ED9-B5AE-30BA3D4C4357}">
      <dsp:nvSpPr>
        <dsp:cNvPr id="0" name=""/>
        <dsp:cNvSpPr/>
      </dsp:nvSpPr>
      <dsp:spPr>
        <a:xfrm>
          <a:off x="0" y="0"/>
          <a:ext cx="9450469" cy="68930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kern="1200" dirty="0">
              <a:effectLst>
                <a:outerShdw blurRad="38100" dist="38100" dir="2700000" algn="tl">
                  <a:srgbClr val="000000">
                    <a:alpha val="43137"/>
                  </a:srgbClr>
                </a:outerShdw>
              </a:effectLst>
            </a:rPr>
            <a:t>Identify the classes needed</a:t>
          </a:r>
        </a:p>
      </dsp:txBody>
      <dsp:txXfrm>
        <a:off x="20189" y="20189"/>
        <a:ext cx="8706656" cy="648926"/>
      </dsp:txXfrm>
    </dsp:sp>
    <dsp:sp modelId="{E7A89FB0-924A-4D7A-9FDB-D97881823FFD}">
      <dsp:nvSpPr>
        <dsp:cNvPr id="0" name=""/>
        <dsp:cNvSpPr/>
      </dsp:nvSpPr>
      <dsp:spPr>
        <a:xfrm>
          <a:off x="833864" y="804188"/>
          <a:ext cx="9450469" cy="68930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kern="1200" dirty="0">
              <a:effectLst>
                <a:outerShdw blurRad="38100" dist="38100" dir="2700000" algn="tl">
                  <a:srgbClr val="000000">
                    <a:alpha val="43137"/>
                  </a:srgbClr>
                </a:outerShdw>
              </a:effectLst>
            </a:rPr>
            <a:t>Identify the different  types of the real-world (users) objects</a:t>
          </a:r>
        </a:p>
      </dsp:txBody>
      <dsp:txXfrm>
        <a:off x="854053" y="824377"/>
        <a:ext cx="8128178" cy="648926"/>
      </dsp:txXfrm>
    </dsp:sp>
    <dsp:sp modelId="{DB5ADC06-202C-4015-BE52-CBD367949B84}">
      <dsp:nvSpPr>
        <dsp:cNvPr id="0" name=""/>
        <dsp:cNvSpPr/>
      </dsp:nvSpPr>
      <dsp:spPr>
        <a:xfrm>
          <a:off x="1667729" y="1608376"/>
          <a:ext cx="9450469" cy="68930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kern="1200" dirty="0">
              <a:effectLst>
                <a:outerShdw blurRad="38100" dist="38100" dir="2700000" algn="tl">
                  <a:srgbClr val="000000">
                    <a:alpha val="43137"/>
                  </a:srgbClr>
                </a:outerShdw>
              </a:effectLst>
            </a:rPr>
            <a:t>Create the suitable classes for those objects</a:t>
          </a:r>
        </a:p>
      </dsp:txBody>
      <dsp:txXfrm>
        <a:off x="1687918" y="1628565"/>
        <a:ext cx="8128178" cy="648926"/>
      </dsp:txXfrm>
    </dsp:sp>
    <dsp:sp modelId="{D314C304-30AA-41E3-BD2D-F7170CCF4B0A}">
      <dsp:nvSpPr>
        <dsp:cNvPr id="0" name=""/>
        <dsp:cNvSpPr/>
      </dsp:nvSpPr>
      <dsp:spPr>
        <a:xfrm>
          <a:off x="8477502" y="522722"/>
          <a:ext cx="448047" cy="448047"/>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GB" sz="2000" kern="1200" dirty="0"/>
        </a:p>
      </dsp:txBody>
      <dsp:txXfrm>
        <a:off x="8578313" y="522722"/>
        <a:ext cx="246425" cy="337155"/>
      </dsp:txXfrm>
    </dsp:sp>
    <dsp:sp modelId="{ACA56475-0BE5-4ACC-B778-D48AAFA45312}">
      <dsp:nvSpPr>
        <dsp:cNvPr id="0" name=""/>
        <dsp:cNvSpPr/>
      </dsp:nvSpPr>
      <dsp:spPr>
        <a:xfrm>
          <a:off x="9311367" y="1322314"/>
          <a:ext cx="448047" cy="448047"/>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GB" sz="2000" kern="1200" dirty="0"/>
        </a:p>
      </dsp:txBody>
      <dsp:txXfrm>
        <a:off x="9412178" y="1322314"/>
        <a:ext cx="246425" cy="33715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C1FA-C7AB-4011-568D-9A2770EE52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D475238-896F-9341-A927-B1560AFAD3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8176E8-9BAF-5490-CA2A-93603E627DE3}"/>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5" name="Footer Placeholder 4">
            <a:extLst>
              <a:ext uri="{FF2B5EF4-FFF2-40B4-BE49-F238E27FC236}">
                <a16:creationId xmlns:a16="http://schemas.microsoft.com/office/drawing/2014/main" id="{061D5E20-0CE5-C793-DC8A-D0C769F4001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76F11C5-F4A1-4661-62AB-85D88B6D6E24}"/>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2522838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C142-20FE-8751-DB97-877F84ED41B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C753AF-ECAD-CD26-EE3C-23A34402BB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76A359-E7ED-03B7-EAA0-0D7354A6ACA6}"/>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5" name="Footer Placeholder 4">
            <a:extLst>
              <a:ext uri="{FF2B5EF4-FFF2-40B4-BE49-F238E27FC236}">
                <a16:creationId xmlns:a16="http://schemas.microsoft.com/office/drawing/2014/main" id="{CD7D309A-7636-CA53-07FB-DB9EDCAD3D5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E7E1FB3-9559-B704-D00C-2FC21BB5AD4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1968426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6D1A-3289-06D4-BF9F-553CF4208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BA0C890-5624-94DD-04D7-B328A9F894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57B688-5753-8E9C-D871-82F872258453}"/>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5" name="Footer Placeholder 4">
            <a:extLst>
              <a:ext uri="{FF2B5EF4-FFF2-40B4-BE49-F238E27FC236}">
                <a16:creationId xmlns:a16="http://schemas.microsoft.com/office/drawing/2014/main" id="{D76B4C54-72EC-778C-380A-29BB6B38A6B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DE845CA-FE6F-96E1-6B5D-8517558BE09F}"/>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323933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A1A3B-EB49-5FBB-FD74-02EC42F1D2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43C471-FD00-C4B6-B600-77ECAAF0B1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9368F7A-688B-62E3-9195-D55BC59196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AFCACD5-B392-44B1-BA96-35B0BF546DCD}"/>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6" name="Footer Placeholder 5">
            <a:extLst>
              <a:ext uri="{FF2B5EF4-FFF2-40B4-BE49-F238E27FC236}">
                <a16:creationId xmlns:a16="http://schemas.microsoft.com/office/drawing/2014/main" id="{813B0D51-73B7-01F9-49BC-8C467FFA7DE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995EE752-625E-3458-D554-D9A61556BC18}"/>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3135392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8A3B-B1C6-C0E8-6660-CD567FBA18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A3C7B5A-F85E-2D3F-F16F-CA6E1C9EB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BC14C8-4025-172C-3D13-CA8284D3C4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C619AD-A3F4-900B-D5AF-B7747343B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4A5547-17D3-AB47-F565-D8AA5C5002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D4CAD4D-BFA7-0B94-6E8C-F56550A9B9D9}"/>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8" name="Footer Placeholder 7">
            <a:extLst>
              <a:ext uri="{FF2B5EF4-FFF2-40B4-BE49-F238E27FC236}">
                <a16:creationId xmlns:a16="http://schemas.microsoft.com/office/drawing/2014/main" id="{6282CA18-E2D1-C4D5-7A26-73A6E1497BF0}"/>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C9A182B5-17B2-6D04-B09C-71D535E6BCA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186607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0730-9F5B-6F95-E11B-3CCEEF691B4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B1DB66-30C9-C882-1B38-6014D0C8B12F}"/>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4" name="Footer Placeholder 3">
            <a:extLst>
              <a:ext uri="{FF2B5EF4-FFF2-40B4-BE49-F238E27FC236}">
                <a16:creationId xmlns:a16="http://schemas.microsoft.com/office/drawing/2014/main" id="{246CD59D-77DD-2368-ACB6-C85BDFC4F00E}"/>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BCD4F8AE-D33D-F1CD-F482-570F056FCBF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42684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EF5F6D-D747-B721-CDED-68E50FB97B21}"/>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3" name="Footer Placeholder 2">
            <a:extLst>
              <a:ext uri="{FF2B5EF4-FFF2-40B4-BE49-F238E27FC236}">
                <a16:creationId xmlns:a16="http://schemas.microsoft.com/office/drawing/2014/main" id="{72686D1A-4BF9-C674-99AF-296A590D5CD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146EE097-8103-0204-B51A-9221B16A41C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1634109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1CA0-DCAC-F4DC-DD05-E0A02B0EB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F5E339B-3CC3-AE30-EE1F-9F9996B93D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57824C-6EB0-45C7-0EAD-F3B74FE425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9E0FB-3E22-B61C-0628-8008EE2C2B30}"/>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6" name="Footer Placeholder 5">
            <a:extLst>
              <a:ext uri="{FF2B5EF4-FFF2-40B4-BE49-F238E27FC236}">
                <a16:creationId xmlns:a16="http://schemas.microsoft.com/office/drawing/2014/main" id="{85B5BEC2-8FD2-1026-AE2F-502FEB471E5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9C8E698-489F-9F98-5859-8EC9301994FD}"/>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296955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2B138-6957-06B6-5CB5-A567C78F18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C2C22F0-8190-0823-9F5F-23D9821A4B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8E50F435-EBC6-20DC-DC63-5E1DD0B7E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E3250-90E2-84E8-915B-CB4E57EDF985}"/>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6" name="Footer Placeholder 5">
            <a:extLst>
              <a:ext uri="{FF2B5EF4-FFF2-40B4-BE49-F238E27FC236}">
                <a16:creationId xmlns:a16="http://schemas.microsoft.com/office/drawing/2014/main" id="{1ABCA3B6-F7BE-C9DD-905D-73C1F638E5D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8AD1F23-036E-9AF8-723E-DA33B7D521AE}"/>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428721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58BF6-B704-3EA5-7D8C-287D5E93B3C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D9708D1-056E-9A66-9620-48A971B46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4915CE2-8493-F5F3-A482-4DE6D918BAE9}"/>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5" name="Footer Placeholder 4">
            <a:extLst>
              <a:ext uri="{FF2B5EF4-FFF2-40B4-BE49-F238E27FC236}">
                <a16:creationId xmlns:a16="http://schemas.microsoft.com/office/drawing/2014/main" id="{15C0AD59-F7C2-3264-5503-C1F02D93F39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32CEA3E-BB10-2A35-4351-0D97EB1D0FA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2119225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E7FFC0-41B7-3B7C-7640-D3FEE97239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741C837-86B9-858A-169A-C9ACD141B5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0B33C4-1CBC-9BCB-6899-DF372E76C992}"/>
              </a:ext>
            </a:extLst>
          </p:cNvPr>
          <p:cNvSpPr>
            <a:spLocks noGrp="1"/>
          </p:cNvSpPr>
          <p:nvPr>
            <p:ph type="dt" sz="half" idx="10"/>
          </p:nvPr>
        </p:nvSpPr>
        <p:spPr/>
        <p:txBody>
          <a:bodyPr/>
          <a:lstStyle/>
          <a:p>
            <a:fld id="{3305A025-F604-4CCF-97D6-056A627B51A7}" type="datetimeFigureOut">
              <a:rPr lang="en-GB" smtClean="0"/>
              <a:t>20/04/2026</a:t>
            </a:fld>
            <a:endParaRPr lang="en-GB" dirty="0"/>
          </a:p>
        </p:txBody>
      </p:sp>
      <p:sp>
        <p:nvSpPr>
          <p:cNvPr id="5" name="Footer Placeholder 4">
            <a:extLst>
              <a:ext uri="{FF2B5EF4-FFF2-40B4-BE49-F238E27FC236}">
                <a16:creationId xmlns:a16="http://schemas.microsoft.com/office/drawing/2014/main" id="{9AB04547-5EA2-5235-2A7B-66113EFD19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01705BF-D9FC-4D78-09E5-99C9CFAB9A13}"/>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969429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
              <a:srgbClr val="CC00FF"/>
            </a:gs>
            <a:gs pos="50000">
              <a:srgbClr val="3E003E"/>
            </a:gs>
            <a:gs pos="90000">
              <a:srgbClr val="0000CC"/>
            </a:gs>
          </a:gsLst>
          <a:lin ang="2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C3C06-BB4F-F0DE-59D0-102FA54067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1926F0B-C5A3-3B71-B3E4-CC34942245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637E23-9F9B-7C48-9DE9-83DAF5813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05A025-F604-4CCF-97D6-056A627B51A7}" type="datetimeFigureOut">
              <a:rPr lang="en-GB" smtClean="0"/>
              <a:t>20/04/2026</a:t>
            </a:fld>
            <a:endParaRPr lang="en-GB" dirty="0"/>
          </a:p>
        </p:txBody>
      </p:sp>
      <p:sp>
        <p:nvSpPr>
          <p:cNvPr id="5" name="Footer Placeholder 4">
            <a:extLst>
              <a:ext uri="{FF2B5EF4-FFF2-40B4-BE49-F238E27FC236}">
                <a16:creationId xmlns:a16="http://schemas.microsoft.com/office/drawing/2014/main" id="{AE027B94-CE4B-D4C0-4182-1DC84DACD1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AEABCA65-6B69-AF50-11A7-9A2F9698AB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79C836-5B01-4B1E-B2AA-5B3EF718C00F}" type="slidenum">
              <a:rPr lang="en-GB" smtClean="0"/>
              <a:t>‹#›</a:t>
            </a:fld>
            <a:endParaRPr lang="en-GB" dirty="0"/>
          </a:p>
        </p:txBody>
      </p:sp>
    </p:spTree>
    <p:extLst>
      <p:ext uri="{BB962C8B-B14F-4D97-AF65-F5344CB8AC3E}">
        <p14:creationId xmlns:p14="http://schemas.microsoft.com/office/powerpoint/2010/main" val="9199671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8CC5C0-F6DF-DB8F-1C26-F7E818A741A8}"/>
              </a:ext>
            </a:extLst>
          </p:cNvPr>
          <p:cNvSpPr/>
          <p:nvPr/>
        </p:nvSpPr>
        <p:spPr>
          <a:xfrm>
            <a:off x="189192" y="189187"/>
            <a:ext cx="6984124" cy="2397131"/>
          </a:xfrm>
          <a:prstGeom prst="rect">
            <a:avLst/>
          </a:prstGeom>
          <a:noFill/>
        </p:spPr>
        <p:txBody>
          <a:bodyPr wrap="square" lIns="91440" tIns="45720" rIns="91440" bIns="45720">
            <a:spAutoFit/>
          </a:bodyPr>
          <a:lstStyle/>
          <a:p>
            <a:r>
              <a:rPr lang="en-US" sz="66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Chapter 10</a:t>
            </a:r>
          </a:p>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Classes and OOP</a:t>
            </a:r>
          </a:p>
          <a:p>
            <a:pPr>
              <a:lnSpc>
                <a:spcPct val="150000"/>
              </a:lnSpc>
            </a:pPr>
            <a:r>
              <a:rPr lang="en-GB" sz="44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10.4 Techniques for Designing Classes</a:t>
            </a:r>
            <a:endParaRPr lang="en-US" sz="4400" b="1" cap="none" spc="0"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 name="TextBox 1">
            <a:extLst>
              <a:ext uri="{FF2B5EF4-FFF2-40B4-BE49-F238E27FC236}">
                <a16:creationId xmlns:a16="http://schemas.microsoft.com/office/drawing/2014/main" id="{3D18EEB3-1E27-C546-A2F6-B61075AFC3FD}"/>
              </a:ext>
            </a:extLst>
          </p:cNvPr>
          <p:cNvSpPr txBox="1"/>
          <p:nvPr/>
        </p:nvSpPr>
        <p:spPr>
          <a:xfrm>
            <a:off x="346835" y="3184637"/>
            <a:ext cx="10804634" cy="1815882"/>
          </a:xfrm>
          <a:prstGeom prst="rect">
            <a:avLst/>
          </a:prstGeom>
          <a:noFill/>
        </p:spPr>
        <p:txBody>
          <a:bodyPr wrap="square" rtlCol="0">
            <a:spAutoFit/>
          </a:bodyPr>
          <a:lstStyle/>
          <a:p>
            <a:r>
              <a:rPr lang="en-GB" sz="2800" b="1" spc="50" dirty="0">
                <a:ln w="0"/>
                <a:solidFill>
                  <a:schemeClr val="bg1"/>
                </a:solidFill>
                <a:effectLst>
                  <a:glow rad="228600">
                    <a:schemeClr val="accent4">
                      <a:satMod val="175000"/>
                      <a:alpha val="40000"/>
                    </a:schemeClr>
                  </a:glow>
                  <a:outerShdw blurRad="38100" dist="38100" dir="2700000" algn="tl">
                    <a:srgbClr val="000000">
                      <a:alpha val="43137"/>
                    </a:srgbClr>
                  </a:outerShdw>
                </a:effectLst>
              </a:rPr>
              <a:t>In this PowerPoint presentation, we will discuss the last section of the current chapter, as it’s a theoretical one and is not included in the book for teaching a method. This section is basically belongs into “Coding Techniques and Decorations”</a:t>
            </a:r>
            <a:endPar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endParaRPr>
          </a:p>
        </p:txBody>
      </p:sp>
    </p:spTree>
    <p:extLst>
      <p:ext uri="{BB962C8B-B14F-4D97-AF65-F5344CB8AC3E}">
        <p14:creationId xmlns:p14="http://schemas.microsoft.com/office/powerpoint/2010/main" val="3785227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A4B3C2B-7E69-5841-AC63-74C57703623A}"/>
              </a:ext>
            </a:extLst>
          </p:cNvPr>
          <p:cNvSpPr/>
          <p:nvPr/>
        </p:nvSpPr>
        <p:spPr>
          <a:xfrm>
            <a:off x="173425" y="189187"/>
            <a:ext cx="9601195" cy="1010341"/>
          </a:xfrm>
          <a:prstGeom prst="rect">
            <a:avLst/>
          </a:prstGeom>
          <a:noFill/>
        </p:spPr>
        <p:txBody>
          <a:bodyPr wrap="square" lIns="91440" tIns="45720" rIns="91440" bIns="45720" anchor="ctr">
            <a:spAutoFit/>
          </a:bodyPr>
          <a:lstStyle/>
          <a:p>
            <a:pPr marL="216000">
              <a:lnSpc>
                <a:spcPct val="150000"/>
              </a:lnSpc>
              <a:spcBef>
                <a:spcPts val="400"/>
              </a:spcBef>
              <a:spcAft>
                <a:spcPts val="400"/>
              </a:spcAft>
            </a:pPr>
            <a:r>
              <a:rPr lang="en-US" sz="6600" b="1" i="0" cap="none" spc="0"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The Unified Modeling Language (UML)</a:t>
            </a:r>
            <a:endParaRPr lang="en-US" sz="6600" b="1" cap="none" spc="0"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TextBox 8">
            <a:extLst>
              <a:ext uri="{FF2B5EF4-FFF2-40B4-BE49-F238E27FC236}">
                <a16:creationId xmlns:a16="http://schemas.microsoft.com/office/drawing/2014/main" id="{34B267BE-C8D7-724F-1020-6BCE27CB4B97}"/>
              </a:ext>
            </a:extLst>
          </p:cNvPr>
          <p:cNvSpPr txBox="1"/>
          <p:nvPr/>
        </p:nvSpPr>
        <p:spPr>
          <a:xfrm>
            <a:off x="362600" y="1698587"/>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When designing a class, It’s advisable to use UML. It provides a set of diagrams in order to graphically depicting OOP systems.</a:t>
            </a:r>
          </a:p>
        </p:txBody>
      </p:sp>
      <p:sp>
        <p:nvSpPr>
          <p:cNvPr id="10" name="TextBox 9">
            <a:extLst>
              <a:ext uri="{FF2B5EF4-FFF2-40B4-BE49-F238E27FC236}">
                <a16:creationId xmlns:a16="http://schemas.microsoft.com/office/drawing/2014/main" id="{14D36E90-58AE-658B-70A3-211EA73D8CFA}"/>
              </a:ext>
            </a:extLst>
          </p:cNvPr>
          <p:cNvSpPr txBox="1"/>
          <p:nvPr/>
        </p:nvSpPr>
        <p:spPr>
          <a:xfrm>
            <a:off x="362600" y="3255579"/>
            <a:ext cx="10804633" cy="1815882"/>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UML general layout is  divided basically into 3 sections: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class name</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data attributes (DA) of the class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methods of the class</a:t>
            </a:r>
          </a:p>
        </p:txBody>
      </p:sp>
      <p:pic>
        <p:nvPicPr>
          <p:cNvPr id="12" name="Picture 11">
            <a:extLst>
              <a:ext uri="{FF2B5EF4-FFF2-40B4-BE49-F238E27FC236}">
                <a16:creationId xmlns:a16="http://schemas.microsoft.com/office/drawing/2014/main" id="{10709337-CC87-F8F7-5C28-5F33E66E0AA9}"/>
              </a:ext>
            </a:extLst>
          </p:cNvPr>
          <p:cNvPicPr>
            <a:picLocks noChangeAspect="1"/>
          </p:cNvPicPr>
          <p:nvPr/>
        </p:nvPicPr>
        <p:blipFill>
          <a:blip r:embed="rId2"/>
          <a:stretch>
            <a:fillRect/>
          </a:stretch>
        </p:blipFill>
        <p:spPr>
          <a:xfrm>
            <a:off x="5111249" y="4682359"/>
            <a:ext cx="6923089" cy="1986454"/>
          </a:xfrm>
          <a:prstGeom prst="rect">
            <a:avLst/>
          </a:prstGeom>
        </p:spPr>
      </p:pic>
    </p:spTree>
    <p:extLst>
      <p:ext uri="{BB962C8B-B14F-4D97-AF65-F5344CB8AC3E}">
        <p14:creationId xmlns:p14="http://schemas.microsoft.com/office/powerpoint/2010/main" val="3719322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B99346-E0FF-EF91-8B4F-6DF64DE74D8D}"/>
              </a:ext>
            </a:extLst>
          </p:cNvPr>
          <p:cNvSpPr txBox="1"/>
          <p:nvPr/>
        </p:nvSpPr>
        <p:spPr>
          <a:xfrm>
            <a:off x="270933" y="270600"/>
            <a:ext cx="11118199" cy="1010341"/>
          </a:xfrm>
          <a:prstGeom prst="rect">
            <a:avLst/>
          </a:prstGeom>
          <a:noFill/>
        </p:spPr>
        <p:txBody>
          <a:bodyPr wrap="square" lIns="91440" tIns="45720" rIns="91440" bIns="45720" anchor="ctr">
            <a:spAutoFit/>
          </a:bodyPr>
          <a:lstStyle>
            <a:defPPr>
              <a:defRPr lang="en-US"/>
            </a:defPPr>
            <a:lvl1pPr marL="216000">
              <a:lnSpc>
                <a:spcPct val="150000"/>
              </a:lnSpc>
              <a:spcBef>
                <a:spcPts val="400"/>
              </a:spcBef>
              <a:spcAft>
                <a:spcPts val="400"/>
              </a:spcAft>
              <a:defRPr sz="6600" b="1" i="0" cap="none" spc="0" baseline="-250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defRPr>
            </a:lvl1pPr>
          </a:lstStyle>
          <a:p>
            <a:r>
              <a:rPr lang="en-GB" dirty="0"/>
              <a:t>Finding the Classes in a Problem (or a Task) </a:t>
            </a:r>
          </a:p>
        </p:txBody>
      </p:sp>
      <p:sp>
        <p:nvSpPr>
          <p:cNvPr id="9" name="Rectangle: Rounded Corners 8">
            <a:extLst>
              <a:ext uri="{FF2B5EF4-FFF2-40B4-BE49-F238E27FC236}">
                <a16:creationId xmlns:a16="http://schemas.microsoft.com/office/drawing/2014/main" id="{17C56379-1F9B-3BCD-A354-C73157731B58}"/>
              </a:ext>
            </a:extLst>
          </p:cNvPr>
          <p:cNvSpPr/>
          <p:nvPr/>
        </p:nvSpPr>
        <p:spPr>
          <a:xfrm>
            <a:off x="3513666" y="1591733"/>
            <a:ext cx="5164666" cy="1314808"/>
          </a:xfrm>
          <a:prstGeom prst="roundRect">
            <a:avLst/>
          </a:prstGeom>
          <a:solidFill>
            <a:srgbClr val="A02B93">
              <a:hueOff val="0"/>
              <a:satOff val="0"/>
              <a:lumOff val="0"/>
              <a:alphaOff val="0"/>
            </a:srgbClr>
          </a:solidFill>
          <a:ln w="19050" cap="flat" cmpd="sng" algn="ctr">
            <a:solidFill>
              <a:prstClr val="white">
                <a:hueOff val="0"/>
                <a:satOff val="0"/>
                <a:lumOff val="0"/>
                <a:alphaOff val="0"/>
              </a:prstClr>
            </a:solidFill>
            <a:prstDash val="solid"/>
            <a:miter lim="800000"/>
          </a:ln>
          <a:effectLst/>
        </p:spPr>
        <p:txBody>
          <a:bodyPr spcFirstLastPara="0" vert="horz" wrap="square" lIns="91440" tIns="91440" rIns="91440" bIns="91440" numCol="1" spcCol="1270" anchor="ctr" anchorCtr="0">
            <a:noAutofit/>
          </a:bodyPr>
          <a:lstStyle/>
          <a:p>
            <a:pPr algn="ctr"/>
            <a:r>
              <a:rPr lang="en-GB" sz="2400" b="1" dirty="0">
                <a:solidFill>
                  <a:schemeClr val="bg1"/>
                </a:solidFill>
                <a:effectLst>
                  <a:outerShdw blurRad="38100" dist="38100" dir="2700000" algn="tl">
                    <a:srgbClr val="000000">
                      <a:alpha val="43137"/>
                    </a:srgbClr>
                  </a:outerShdw>
                </a:effectLst>
              </a:rPr>
              <a:t>The process of developing an object-oriented program</a:t>
            </a:r>
          </a:p>
        </p:txBody>
      </p:sp>
      <p:graphicFrame>
        <p:nvGraphicFramePr>
          <p:cNvPr id="8" name="Diagram 7">
            <a:extLst>
              <a:ext uri="{FF2B5EF4-FFF2-40B4-BE49-F238E27FC236}">
                <a16:creationId xmlns:a16="http://schemas.microsoft.com/office/drawing/2014/main" id="{8B2C0800-F9AA-C0F7-F926-1CBDFF83A1B9}"/>
              </a:ext>
            </a:extLst>
          </p:cNvPr>
          <p:cNvGraphicFramePr/>
          <p:nvPr>
            <p:extLst>
              <p:ext uri="{D42A27DB-BD31-4B8C-83A1-F6EECF244321}">
                <p14:modId xmlns:p14="http://schemas.microsoft.com/office/powerpoint/2010/main" val="3095511868"/>
              </p:ext>
            </p:extLst>
          </p:nvPr>
        </p:nvGraphicFramePr>
        <p:xfrm>
          <a:off x="536900" y="2729019"/>
          <a:ext cx="11118199" cy="2297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2A2C7FC8-9131-2E88-76F3-7EF9FB0B9F34}"/>
              </a:ext>
            </a:extLst>
          </p:cNvPr>
          <p:cNvSpPr txBox="1"/>
          <p:nvPr/>
        </p:nvSpPr>
        <p:spPr>
          <a:xfrm>
            <a:off x="632516" y="5640765"/>
            <a:ext cx="10926966" cy="954107"/>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Remember that your goal is to determine the classes needed in your program</a:t>
            </a:r>
          </a:p>
        </p:txBody>
      </p:sp>
    </p:spTree>
    <p:extLst>
      <p:ext uri="{BB962C8B-B14F-4D97-AF65-F5344CB8AC3E}">
        <p14:creationId xmlns:p14="http://schemas.microsoft.com/office/powerpoint/2010/main" val="148984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F30C67-68BD-6318-8A0A-C4ECF549262A}"/>
              </a:ext>
            </a:extLst>
          </p:cNvPr>
          <p:cNvSpPr txBox="1"/>
          <p:nvPr/>
        </p:nvSpPr>
        <p:spPr>
          <a:xfrm>
            <a:off x="270933" y="270600"/>
            <a:ext cx="11118199" cy="1010341"/>
          </a:xfrm>
          <a:prstGeom prst="rect">
            <a:avLst/>
          </a:prstGeom>
          <a:noFill/>
        </p:spPr>
        <p:txBody>
          <a:bodyPr wrap="square" lIns="91440" tIns="45720" rIns="91440" bIns="45720" anchor="ctr">
            <a:spAutoFit/>
          </a:bodyPr>
          <a:lstStyle>
            <a:defPPr>
              <a:defRPr lang="en-US"/>
            </a:defPPr>
            <a:lvl1pPr marL="216000">
              <a:lnSpc>
                <a:spcPct val="150000"/>
              </a:lnSpc>
              <a:spcBef>
                <a:spcPts val="400"/>
              </a:spcBef>
              <a:spcAft>
                <a:spcPts val="400"/>
              </a:spcAft>
              <a:defRPr sz="6600" b="1" i="0" cap="none" spc="0" baseline="-250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defRPr>
            </a:lvl1pPr>
          </a:lstStyle>
          <a:p>
            <a:r>
              <a:rPr lang="en-GB" dirty="0"/>
              <a:t>Finding the Classes in a Problem (or a Task) </a:t>
            </a:r>
          </a:p>
        </p:txBody>
      </p:sp>
      <p:sp>
        <p:nvSpPr>
          <p:cNvPr id="5" name="TextBox 4">
            <a:extLst>
              <a:ext uri="{FF2B5EF4-FFF2-40B4-BE49-F238E27FC236}">
                <a16:creationId xmlns:a16="http://schemas.microsoft.com/office/drawing/2014/main" id="{25458A56-C74D-167C-A7D5-2A3168F101BF}"/>
              </a:ext>
            </a:extLst>
          </p:cNvPr>
          <p:cNvSpPr txBox="1"/>
          <p:nvPr/>
        </p:nvSpPr>
        <p:spPr>
          <a:xfrm>
            <a:off x="270933" y="1884853"/>
            <a:ext cx="10804634" cy="3108543"/>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One simple and popular technique of finding the classes in a problem involves the following steps:</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Get a written description of the problem domain</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Identify all the nouns (including pronouns and noun phrases) in the description. </a:t>
            </a:r>
            <a:r>
              <a:rPr lang="en-GB" sz="2800" dirty="0">
                <a:solidFill>
                  <a:schemeClr val="bg1"/>
                </a:solidFill>
                <a:effectLst>
                  <a:glow rad="228600">
                    <a:schemeClr val="tx2">
                      <a:alpha val="40000"/>
                    </a:schemeClr>
                  </a:glow>
                  <a:outerShdw blurRad="38100" dist="38100" dir="2700000" algn="tl">
                    <a:srgbClr val="000000">
                      <a:alpha val="43137"/>
                    </a:srgbClr>
                  </a:outerShdw>
                </a:effectLst>
              </a:rPr>
              <a:t>Each of these is a potential class.</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Refine the list to include only the classes that are relevant to the problem.</a:t>
            </a:r>
          </a:p>
        </p:txBody>
      </p:sp>
    </p:spTree>
    <p:extLst>
      <p:ext uri="{BB962C8B-B14F-4D97-AF65-F5344CB8AC3E}">
        <p14:creationId xmlns:p14="http://schemas.microsoft.com/office/powerpoint/2010/main" val="145411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E425AB-B935-5742-8086-328EA35B6B6E}"/>
              </a:ext>
            </a:extLst>
          </p:cNvPr>
          <p:cNvSpPr txBox="1"/>
          <p:nvPr/>
        </p:nvSpPr>
        <p:spPr>
          <a:xfrm>
            <a:off x="362600" y="1935657"/>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a:t>
            </a:r>
            <a:r>
              <a:rPr lang="en-GB" sz="2800" i="1" dirty="0">
                <a:solidFill>
                  <a:schemeClr val="bg1"/>
                </a:solidFill>
                <a:effectLst>
                  <a:glow rad="228600">
                    <a:schemeClr val="accent4">
                      <a:satMod val="175000"/>
                      <a:alpha val="40000"/>
                    </a:schemeClr>
                  </a:glow>
                  <a:outerShdw blurRad="38100" dist="38100" dir="2700000" algn="tl">
                    <a:srgbClr val="000000">
                      <a:alpha val="43137"/>
                    </a:srgbClr>
                  </a:outerShdw>
                </a:effectLst>
              </a:rPr>
              <a:t>Problem Domain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is the set of the real-world objects, parties and the major events related to the problem</a:t>
            </a:r>
          </a:p>
        </p:txBody>
      </p:sp>
      <p:sp>
        <p:nvSpPr>
          <p:cNvPr id="7" name="TextBox 6">
            <a:extLst>
              <a:ext uri="{FF2B5EF4-FFF2-40B4-BE49-F238E27FC236}">
                <a16:creationId xmlns:a16="http://schemas.microsoft.com/office/drawing/2014/main" id="{7B6B4F45-596A-4FE5-D2C9-F19129C0B2D6}"/>
              </a:ext>
            </a:extLst>
          </p:cNvPr>
          <p:cNvSpPr txBox="1"/>
          <p:nvPr/>
        </p:nvSpPr>
        <p:spPr>
          <a:xfrm>
            <a:off x="362600" y="502734"/>
            <a:ext cx="11074400"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Writing a Description of the Problem Domain</a:t>
            </a:r>
          </a:p>
        </p:txBody>
      </p:sp>
      <p:sp>
        <p:nvSpPr>
          <p:cNvPr id="8" name="TextBox 7">
            <a:extLst>
              <a:ext uri="{FF2B5EF4-FFF2-40B4-BE49-F238E27FC236}">
                <a16:creationId xmlns:a16="http://schemas.microsoft.com/office/drawing/2014/main" id="{DC414452-228A-05A8-C0C2-0EECDBECB858}"/>
              </a:ext>
            </a:extLst>
          </p:cNvPr>
          <p:cNvSpPr txBox="1"/>
          <p:nvPr/>
        </p:nvSpPr>
        <p:spPr>
          <a:xfrm>
            <a:off x="362603" y="3019389"/>
            <a:ext cx="10804634" cy="3108543"/>
          </a:xfrm>
          <a:prstGeom prst="rect">
            <a:avLst/>
          </a:prstGeom>
          <a:noFill/>
        </p:spPr>
        <p:txBody>
          <a:bodyPr wrap="square" rtlCol="0">
            <a:spAutoFit/>
          </a:bodyPr>
          <a:lstStyle/>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Understanding the problem (from the person who asked your help) sufficiently is essential for writing the problem domain.</a:t>
            </a:r>
          </a:p>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If you can not write the description for the problem domain, you can ask an expert for doing it </a:t>
            </a:r>
          </a:p>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Problem Domain Description is surly must be descriptive in order to ease the process of identifying the names  and the purposes of the classes, objects, and the methods</a:t>
            </a:r>
          </a:p>
        </p:txBody>
      </p:sp>
    </p:spTree>
    <p:extLst>
      <p:ext uri="{BB962C8B-B14F-4D97-AF65-F5344CB8AC3E}">
        <p14:creationId xmlns:p14="http://schemas.microsoft.com/office/powerpoint/2010/main" val="126069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2BF75C-34E9-A2C1-4E0A-4DB67F1736BF}"/>
              </a:ext>
            </a:extLst>
          </p:cNvPr>
          <p:cNvSpPr txBox="1"/>
          <p:nvPr/>
        </p:nvSpPr>
        <p:spPr>
          <a:xfrm>
            <a:off x="362599" y="276200"/>
            <a:ext cx="11466797" cy="1384995"/>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Here is an example of a ready written description for a manager who asked you  to write a program that print service quotes for the customers 	</a:t>
            </a:r>
          </a:p>
        </p:txBody>
      </p:sp>
      <p:sp>
        <p:nvSpPr>
          <p:cNvPr id="7" name="TextBox 6">
            <a:extLst>
              <a:ext uri="{FF2B5EF4-FFF2-40B4-BE49-F238E27FC236}">
                <a16:creationId xmlns:a16="http://schemas.microsoft.com/office/drawing/2014/main" id="{06D07D84-C8DB-9A53-D160-C62015058601}"/>
              </a:ext>
            </a:extLst>
          </p:cNvPr>
          <p:cNvSpPr txBox="1"/>
          <p:nvPr/>
        </p:nvSpPr>
        <p:spPr>
          <a:xfrm>
            <a:off x="362603" y="1376864"/>
            <a:ext cx="10804634" cy="2123658"/>
          </a:xfrm>
          <a:prstGeom prst="rect">
            <a:avLst/>
          </a:prstGeom>
          <a:noFill/>
        </p:spPr>
        <p:txBody>
          <a:bodyPr wrap="square" rtlCol="0">
            <a:spAutoFit/>
          </a:bodyPr>
          <a:lstStyle/>
          <a:p>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 services foreign cars and specializes in servicing cars made by Mercedes, Porsche, and BMW. When a customer brings a car to the shop, the manager gets the customer’s name, address, and telephone number. The manager then determines the make, model, and year of the car and gives the customer a service quote. The service quote shows the estimated parts charges, estimated labor charges, sales tax, and total estimated charges</a:t>
            </a:r>
          </a:p>
        </p:txBody>
      </p:sp>
      <p:grpSp>
        <p:nvGrpSpPr>
          <p:cNvPr id="25" name="Group 24">
            <a:extLst>
              <a:ext uri="{FF2B5EF4-FFF2-40B4-BE49-F238E27FC236}">
                <a16:creationId xmlns:a16="http://schemas.microsoft.com/office/drawing/2014/main" id="{65662A3A-9CE7-8287-6BFE-C7AE30208D4C}"/>
              </a:ext>
            </a:extLst>
          </p:cNvPr>
          <p:cNvGrpSpPr/>
          <p:nvPr/>
        </p:nvGrpSpPr>
        <p:grpSpPr>
          <a:xfrm>
            <a:off x="254000" y="3652926"/>
            <a:ext cx="11006664" cy="2861142"/>
            <a:chOff x="254000" y="3635993"/>
            <a:chExt cx="11006664" cy="2861142"/>
          </a:xfrm>
        </p:grpSpPr>
        <p:sp>
          <p:nvSpPr>
            <p:cNvPr id="14" name="Rectangle: Rounded Corners 13">
              <a:extLst>
                <a:ext uri="{FF2B5EF4-FFF2-40B4-BE49-F238E27FC236}">
                  <a16:creationId xmlns:a16="http://schemas.microsoft.com/office/drawing/2014/main" id="{6705C562-2AE9-63EC-C0FE-BC1ACE9E0EC5}"/>
                </a:ext>
              </a:extLst>
            </p:cNvPr>
            <p:cNvSpPr/>
            <p:nvPr/>
          </p:nvSpPr>
          <p:spPr>
            <a:xfrm>
              <a:off x="270931" y="3635993"/>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Physical objects, like vehicles, cars, products, goods and so on …</a:t>
              </a:r>
            </a:p>
          </p:txBody>
        </p:sp>
        <p:sp>
          <p:nvSpPr>
            <p:cNvPr id="15" name="Rectangle: Rounded Corners 14">
              <a:extLst>
                <a:ext uri="{FF2B5EF4-FFF2-40B4-BE49-F238E27FC236}">
                  <a16:creationId xmlns:a16="http://schemas.microsoft.com/office/drawing/2014/main" id="{1A414CD5-6F0C-2CFD-71AC-5631907D4418}"/>
                </a:ext>
              </a:extLst>
            </p:cNvPr>
            <p:cNvSpPr/>
            <p:nvPr/>
          </p:nvSpPr>
          <p:spPr>
            <a:xfrm>
              <a:off x="254000" y="5156197"/>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Any role played by a person, like the managers, customers, workers and so on …</a:t>
              </a:r>
            </a:p>
          </p:txBody>
        </p:sp>
        <p:sp>
          <p:nvSpPr>
            <p:cNvPr id="20" name="Rectangle: Rounded Corners 19">
              <a:extLst>
                <a:ext uri="{FF2B5EF4-FFF2-40B4-BE49-F238E27FC236}">
                  <a16:creationId xmlns:a16="http://schemas.microsoft.com/office/drawing/2014/main" id="{2AE58FD3-8D0E-4931-5DE9-054BB756C46F}"/>
                </a:ext>
              </a:extLst>
            </p:cNvPr>
            <p:cNvSpPr/>
            <p:nvPr/>
          </p:nvSpPr>
          <p:spPr>
            <a:xfrm>
              <a:off x="6603994" y="3635993"/>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The actions (or named the result of business events), like a customer </a:t>
              </a:r>
            </a:p>
            <a:p>
              <a:pPr algn="ctr"/>
              <a:r>
                <a:rPr lang="en-GB" sz="2000" b="1" dirty="0">
                  <a:effectLst>
                    <a:outerShdw blurRad="50800" dist="38100" dir="2700000" algn="tl" rotWithShape="0">
                      <a:prstClr val="black">
                        <a:alpha val="40000"/>
                      </a:prstClr>
                    </a:outerShdw>
                  </a:effectLst>
                </a:rPr>
                <a:t>order, a purchase or so on …</a:t>
              </a:r>
            </a:p>
          </p:txBody>
        </p:sp>
        <p:sp>
          <p:nvSpPr>
            <p:cNvPr id="21" name="Rectangle: Rounded Corners 20">
              <a:extLst>
                <a:ext uri="{FF2B5EF4-FFF2-40B4-BE49-F238E27FC236}">
                  <a16:creationId xmlns:a16="http://schemas.microsoft.com/office/drawing/2014/main" id="{062F88E8-2F78-C361-AB4D-886FE62683E0}"/>
                </a:ext>
              </a:extLst>
            </p:cNvPr>
            <p:cNvSpPr/>
            <p:nvPr/>
          </p:nvSpPr>
          <p:spPr>
            <a:xfrm>
              <a:off x="6603994" y="5156197"/>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Recordkeeping items, like the selling histories, the data of all the users (even the deleted ones) and so on …</a:t>
              </a:r>
            </a:p>
          </p:txBody>
        </p:sp>
        <p:sp>
          <p:nvSpPr>
            <p:cNvPr id="23" name="Rectangle: Rounded Corners 22">
              <a:extLst>
                <a:ext uri="{FF2B5EF4-FFF2-40B4-BE49-F238E27FC236}">
                  <a16:creationId xmlns:a16="http://schemas.microsoft.com/office/drawing/2014/main" id="{CEB4CE2E-74D9-887A-D3A3-25F105B1209E}"/>
                </a:ext>
              </a:extLst>
            </p:cNvPr>
            <p:cNvSpPr/>
            <p:nvPr/>
          </p:nvSpPr>
          <p:spPr>
            <a:xfrm>
              <a:off x="4639740" y="3899922"/>
              <a:ext cx="2269060" cy="2199830"/>
            </a:xfrm>
            <a:prstGeom prst="roundRect">
              <a:avLst>
                <a:gd name="adj" fmla="val 40529"/>
              </a:avLst>
            </a:prstGeom>
            <a:solidFill>
              <a:schemeClr val="accent4">
                <a:lumMod val="50000"/>
              </a:schemeClr>
            </a:solidFill>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The problem domain description should include any of those</a:t>
              </a:r>
            </a:p>
          </p:txBody>
        </p:sp>
      </p:grpSp>
    </p:spTree>
    <p:extLst>
      <p:ext uri="{BB962C8B-B14F-4D97-AF65-F5344CB8AC3E}">
        <p14:creationId xmlns:p14="http://schemas.microsoft.com/office/powerpoint/2010/main" val="403887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083F7A-2A26-49F0-DA10-880D833026A4}"/>
              </a:ext>
            </a:extLst>
          </p:cNvPr>
          <p:cNvSpPr txBox="1"/>
          <p:nvPr/>
        </p:nvSpPr>
        <p:spPr>
          <a:xfrm>
            <a:off x="309034" y="0"/>
            <a:ext cx="6104466"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Identify All of the Nouns</a:t>
            </a:r>
          </a:p>
        </p:txBody>
      </p:sp>
      <p:sp>
        <p:nvSpPr>
          <p:cNvPr id="6" name="TextBox 5">
            <a:extLst>
              <a:ext uri="{FF2B5EF4-FFF2-40B4-BE49-F238E27FC236}">
                <a16:creationId xmlns:a16="http://schemas.microsoft.com/office/drawing/2014/main" id="{EACC5B9C-1D59-1E14-3C42-4EC4473E4107}"/>
              </a:ext>
            </a:extLst>
          </p:cNvPr>
          <p:cNvSpPr txBox="1"/>
          <p:nvPr/>
        </p:nvSpPr>
        <p:spPr>
          <a:xfrm>
            <a:off x="362600" y="1207527"/>
            <a:ext cx="10804634" cy="1384995"/>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next step is to identify </a:t>
            </a:r>
            <a:r>
              <a:rPr lang="en-GB" sz="2800" b="1" i="1" dirty="0">
                <a:solidFill>
                  <a:schemeClr val="bg1"/>
                </a:solidFill>
                <a:effectLst>
                  <a:glow rad="228600">
                    <a:schemeClr val="accent4">
                      <a:satMod val="175000"/>
                      <a:alpha val="40000"/>
                    </a:schemeClr>
                  </a:glow>
                  <a:outerShdw blurRad="38100" dist="38100" dir="2700000" algn="tl">
                    <a:srgbClr val="000000">
                      <a:alpha val="43137"/>
                    </a:srgbClr>
                  </a:outerShdw>
                </a:effectLst>
              </a:rPr>
              <a:t>all</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nouns, noun phrases and even the pronouns(if included) in the description. let’s get back to the previous description and identity them (by underlining them)</a:t>
            </a:r>
          </a:p>
        </p:txBody>
      </p:sp>
      <p:sp>
        <p:nvSpPr>
          <p:cNvPr id="9" name="TextBox 8">
            <a:extLst>
              <a:ext uri="{FF2B5EF4-FFF2-40B4-BE49-F238E27FC236}">
                <a16:creationId xmlns:a16="http://schemas.microsoft.com/office/drawing/2014/main" id="{EF0ABBCF-FA98-64B6-5A68-33355B94F463}"/>
              </a:ext>
            </a:extLst>
          </p:cNvPr>
          <p:cNvSpPr txBox="1"/>
          <p:nvPr/>
        </p:nvSpPr>
        <p:spPr>
          <a:xfrm>
            <a:off x="362603" y="2782326"/>
            <a:ext cx="10804634" cy="1785104"/>
          </a:xfrm>
          <a:prstGeom prst="rect">
            <a:avLst/>
          </a:prstGeom>
          <a:noFill/>
        </p:spPr>
        <p:txBody>
          <a:bodyPr wrap="square" rtlCol="0">
            <a:spAutoFit/>
          </a:bodyPr>
          <a:lstStyle/>
          <a:p>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services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specializes in servicing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made by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When a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brings a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to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gets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customer’s name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then determines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model</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of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gives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shows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p:txBody>
      </p:sp>
      <p:sp>
        <p:nvSpPr>
          <p:cNvPr id="10" name="TextBox 9">
            <a:extLst>
              <a:ext uri="{FF2B5EF4-FFF2-40B4-BE49-F238E27FC236}">
                <a16:creationId xmlns:a16="http://schemas.microsoft.com/office/drawing/2014/main" id="{4C4ED6EB-F612-FD8D-B50C-58E65BBC4360}"/>
              </a:ext>
            </a:extLst>
          </p:cNvPr>
          <p:cNvSpPr txBox="1"/>
          <p:nvPr/>
        </p:nvSpPr>
        <p:spPr>
          <a:xfrm>
            <a:off x="362603" y="5017528"/>
            <a:ext cx="10804634" cy="954107"/>
          </a:xfrm>
          <a:prstGeom prst="rect">
            <a:avLst/>
          </a:prstGeom>
          <a:noFill/>
        </p:spPr>
        <p:txBody>
          <a:bodyPr wrap="square" rtlCol="0">
            <a:spAutoFit/>
          </a:bodyPr>
          <a:lstStyle/>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Note that every single noun was underlined,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no matter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how it can benefits you  or even if it was duplicated or not </a:t>
            </a:r>
          </a:p>
        </p:txBody>
      </p:sp>
    </p:spTree>
    <p:extLst>
      <p:ext uri="{BB962C8B-B14F-4D97-AF65-F5344CB8AC3E}">
        <p14:creationId xmlns:p14="http://schemas.microsoft.com/office/powerpoint/2010/main" val="1608845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EE2613-FA5B-B060-DE4B-0EF63F94DFE7}"/>
              </a:ext>
            </a:extLst>
          </p:cNvPr>
          <p:cNvSpPr txBox="1"/>
          <p:nvPr/>
        </p:nvSpPr>
        <p:spPr>
          <a:xfrm>
            <a:off x="351372" y="1541139"/>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
        <p:nvSpPr>
          <p:cNvPr id="8" name="TextBox 7">
            <a:extLst>
              <a:ext uri="{FF2B5EF4-FFF2-40B4-BE49-F238E27FC236}">
                <a16:creationId xmlns:a16="http://schemas.microsoft.com/office/drawing/2014/main" id="{B4221301-7D6E-D561-F24C-032C72FCBE5B}"/>
              </a:ext>
            </a:extLst>
          </p:cNvPr>
          <p:cNvSpPr txBox="1"/>
          <p:nvPr/>
        </p:nvSpPr>
        <p:spPr>
          <a:xfrm>
            <a:off x="464201" y="580999"/>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Here is the list of the nouns after extracting them from the description:</a:t>
            </a:r>
          </a:p>
        </p:txBody>
      </p:sp>
      <p:sp>
        <p:nvSpPr>
          <p:cNvPr id="9" name="TextBox 8">
            <a:extLst>
              <a:ext uri="{FF2B5EF4-FFF2-40B4-BE49-F238E27FC236}">
                <a16:creationId xmlns:a16="http://schemas.microsoft.com/office/drawing/2014/main" id="{54DFCF80-1948-C846-7CBF-F024CA6DB42C}"/>
              </a:ext>
            </a:extLst>
          </p:cNvPr>
          <p:cNvSpPr txBox="1"/>
          <p:nvPr/>
        </p:nvSpPr>
        <p:spPr>
          <a:xfrm>
            <a:off x="464203" y="4221671"/>
            <a:ext cx="10804634" cy="1815882"/>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This list has many nouns and the vast majority of them are very weak to be considered as a class. Moreover, it includes a too large number of nouns, so the solution is to eliminate those which are not important, and this the next step.</a:t>
            </a:r>
          </a:p>
        </p:txBody>
      </p:sp>
    </p:spTree>
    <p:extLst>
      <p:ext uri="{BB962C8B-B14F-4D97-AF65-F5344CB8AC3E}">
        <p14:creationId xmlns:p14="http://schemas.microsoft.com/office/powerpoint/2010/main" val="2713546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3F294B-B820-87F8-1B56-E4662F98C7CD}"/>
              </a:ext>
            </a:extLst>
          </p:cNvPr>
          <p:cNvSpPr txBox="1"/>
          <p:nvPr/>
        </p:nvSpPr>
        <p:spPr>
          <a:xfrm>
            <a:off x="309033" y="0"/>
            <a:ext cx="7192433"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Refining the List of Nouns</a:t>
            </a:r>
          </a:p>
        </p:txBody>
      </p:sp>
      <p:sp>
        <p:nvSpPr>
          <p:cNvPr id="6" name="TextBox 5">
            <a:extLst>
              <a:ext uri="{FF2B5EF4-FFF2-40B4-BE49-F238E27FC236}">
                <a16:creationId xmlns:a16="http://schemas.microsoft.com/office/drawing/2014/main" id="{1C98957A-9F4F-F1D1-F1CB-0664A8564A54}"/>
              </a:ext>
            </a:extLst>
          </p:cNvPr>
          <p:cNvSpPr txBox="1"/>
          <p:nvPr/>
        </p:nvSpPr>
        <p:spPr>
          <a:xfrm>
            <a:off x="345672" y="953539"/>
            <a:ext cx="10804634" cy="3108543"/>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As mentioned before, we need to short this list, here are some steps:</a:t>
            </a:r>
          </a:p>
          <a:p>
            <a:endPar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endParaRPr>
          </a:p>
          <a:p>
            <a:pPr marL="514350" indent="-514350">
              <a:buFont typeface="+mj-lt"/>
              <a:buAutoNum type="arabicPeriod"/>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refers to one specific thing</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for example, the nouns:</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Car &amp; Cars &amp; Foreign Cars (we can depend “Car”)</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Shop &amp; Joe’s Automotive Shop  (We can depend “Shop”)</a:t>
            </a:r>
          </a:p>
          <a:p>
            <a:pPr lvl="1"/>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So, the new list became:</a:t>
            </a:r>
          </a:p>
        </p:txBody>
      </p:sp>
      <p:sp>
        <p:nvSpPr>
          <p:cNvPr id="7" name="TextBox 6">
            <a:extLst>
              <a:ext uri="{FF2B5EF4-FFF2-40B4-BE49-F238E27FC236}">
                <a16:creationId xmlns:a16="http://schemas.microsoft.com/office/drawing/2014/main" id="{8B6DF251-603B-2071-2D27-D0CAD9308BC7}"/>
              </a:ext>
            </a:extLst>
          </p:cNvPr>
          <p:cNvSpPr txBox="1"/>
          <p:nvPr/>
        </p:nvSpPr>
        <p:spPr>
          <a:xfrm>
            <a:off x="351372" y="4148847"/>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Tree>
    <p:extLst>
      <p:ext uri="{BB962C8B-B14F-4D97-AF65-F5344CB8AC3E}">
        <p14:creationId xmlns:p14="http://schemas.microsoft.com/office/powerpoint/2010/main" val="2112894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4026E2-B37C-DECF-1C74-3252814FD551}"/>
              </a:ext>
            </a:extLst>
          </p:cNvPr>
          <p:cNvSpPr txBox="1"/>
          <p:nvPr/>
        </p:nvSpPr>
        <p:spPr>
          <a:xfrm>
            <a:off x="345672" y="360873"/>
            <a:ext cx="10804634" cy="5693866"/>
          </a:xfrm>
          <a:prstGeom prst="rect">
            <a:avLst/>
          </a:prstGeom>
          <a:noFill/>
        </p:spPr>
        <p:txBody>
          <a:bodyPr wrap="square" rtlCol="0">
            <a:spAutoFit/>
          </a:bodyPr>
          <a:lstStyle/>
          <a:p>
            <a:pPr marL="514350" indent="-514350">
              <a:buFont typeface="+mj-lt"/>
              <a:buAutoNum type="arabicPeriod" startAt="2"/>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may refer to refer to items that are not really related to our problem: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In our problem, and if you focused well at what you are really asked to do, you will notice that you were asked to print service quotes. Then, nouns like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“Shop”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is not necessary as the shop is related to selling and offers and so on (it can be classified as a physical object, while the service quote can be classified as an action,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Then, we can eliminate the noun “shop”</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same thing for the noun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refers to a role played by a person that has no relationship with the services quotes.</a:t>
            </a:r>
          </a:p>
          <a:p>
            <a:endPar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endParaRPr>
          </a:p>
          <a:p>
            <a:pPr marL="514350" indent="-514350">
              <a:buFont typeface="Aptos" panose="020B0004020202020204" pitchFamily="34" charset="0"/>
              <a:buChar char="●"/>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Note that the noun “Customer” is a role played by a person, but we can’t eliminate it as a service quote refers to him</a:t>
            </a:r>
          </a:p>
        </p:txBody>
      </p:sp>
    </p:spTree>
    <p:extLst>
      <p:ext uri="{BB962C8B-B14F-4D97-AF65-F5344CB8AC3E}">
        <p14:creationId xmlns:p14="http://schemas.microsoft.com/office/powerpoint/2010/main" val="2674064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AD9790-E909-9D43-B981-5C9BD24031F2}"/>
              </a:ext>
            </a:extLst>
          </p:cNvPr>
          <p:cNvSpPr txBox="1"/>
          <p:nvPr/>
        </p:nvSpPr>
        <p:spPr>
          <a:xfrm>
            <a:off x="464201" y="2172737"/>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After eliminating those nouns, the list became:</a:t>
            </a:r>
          </a:p>
        </p:txBody>
      </p:sp>
      <p:sp>
        <p:nvSpPr>
          <p:cNvPr id="7" name="TextBox 6">
            <a:extLst>
              <a:ext uri="{FF2B5EF4-FFF2-40B4-BE49-F238E27FC236}">
                <a16:creationId xmlns:a16="http://schemas.microsoft.com/office/drawing/2014/main" id="{B752B4D7-1AD9-D48A-1037-E3130EFEBBB4}"/>
              </a:ext>
            </a:extLst>
          </p:cNvPr>
          <p:cNvSpPr txBox="1"/>
          <p:nvPr/>
        </p:nvSpPr>
        <p:spPr>
          <a:xfrm>
            <a:off x="464201" y="2997358"/>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
        <p:nvSpPr>
          <p:cNvPr id="8" name="TextBox 7">
            <a:extLst>
              <a:ext uri="{FF2B5EF4-FFF2-40B4-BE49-F238E27FC236}">
                <a16:creationId xmlns:a16="http://schemas.microsoft.com/office/drawing/2014/main" id="{FDE2499A-34D8-EB1F-442F-5ECF7A95E2E0}"/>
              </a:ext>
            </a:extLst>
          </p:cNvPr>
          <p:cNvSpPr txBox="1"/>
          <p:nvPr/>
        </p:nvSpPr>
        <p:spPr>
          <a:xfrm>
            <a:off x="345672" y="513278"/>
            <a:ext cx="10804634" cy="1384995"/>
          </a:xfrm>
          <a:prstGeom prst="rect">
            <a:avLst/>
          </a:prstGeom>
          <a:noFill/>
        </p:spPr>
        <p:txBody>
          <a:bodyPr wrap="square" rtlCol="0">
            <a:spAutoFit/>
          </a:bodyPr>
          <a:lstStyle/>
          <a:p>
            <a:pPr marL="514350" indent="-514350">
              <a:buFont typeface="+mj-lt"/>
              <a:buAutoNum type="arabicPeriod" startAt="3"/>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refer to objects, not classes</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for example, the nouns: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&amp;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&amp;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can be considered as types of cars (subclasses for the class “car”)</a:t>
            </a:r>
          </a:p>
        </p:txBody>
      </p:sp>
    </p:spTree>
    <p:extLst>
      <p:ext uri="{BB962C8B-B14F-4D97-AF65-F5344CB8AC3E}">
        <p14:creationId xmlns:p14="http://schemas.microsoft.com/office/powerpoint/2010/main" val="2025165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6B1ACE1-977E-D8AD-9C5F-5AC98886F635}"/>
              </a:ext>
            </a:extLst>
          </p:cNvPr>
          <p:cNvSpPr txBox="1"/>
          <p:nvPr/>
        </p:nvSpPr>
        <p:spPr>
          <a:xfrm>
            <a:off x="338667" y="413435"/>
            <a:ext cx="11226799" cy="6124754"/>
          </a:xfrm>
          <a:prstGeom prst="rect">
            <a:avLst/>
          </a:prstGeom>
          <a:noFill/>
        </p:spPr>
        <p:txBody>
          <a:bodyPr wrap="square">
            <a:spAutoFit/>
          </a:bodyPr>
          <a:lstStyle/>
          <a:p>
            <a:pPr marL="514350" indent="-514350">
              <a:buFont typeface="+mj-lt"/>
              <a:buAutoNum type="arabicPeriod" startAt="4"/>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might represent simple values that can be assigned to a variable and do not require a class:</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while a class consists of DA and methods, some nouns can be considered as attributes for a specific class only. To be more sure, you can ask yourself the following questions:</a:t>
            </a:r>
          </a:p>
          <a:p>
            <a:pPr marL="971550" lvl="1" indent="-514350">
              <a:buFont typeface="Arial" panose="020B0604020202020204" pitchFamily="34" charset="0"/>
              <a:buChar cha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Would you use a group of related values to represent the item’s state?</a:t>
            </a:r>
          </a:p>
          <a:p>
            <a:pPr marL="971550" lvl="1" indent="-514350">
              <a:buFont typeface="Arial" panose="020B0604020202020204" pitchFamily="34" charset="0"/>
              <a:buChar cha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Are there any obvious actions to be performed by the item?</a:t>
            </a:r>
          </a:p>
          <a:p>
            <a:pPr lvl="1"/>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If the answer for those two questions were No, then,</a:t>
            </a:r>
            <a:r>
              <a:rPr lang="en-GB" sz="2800" dirty="0"/>
              <a:t>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then the noun probably represents a value that can be stored in a simple variable.</a:t>
            </a:r>
          </a:p>
          <a:p>
            <a:pPr lvl="1"/>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Basing on the mentioned before, we can eliminate the nouns: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 estimated labor charges, estimated parts charges, make, model, name, sales tax, telephone number, total estimated charges, year</a:t>
            </a:r>
          </a:p>
        </p:txBody>
      </p:sp>
    </p:spTree>
    <p:extLst>
      <p:ext uri="{BB962C8B-B14F-4D97-AF65-F5344CB8AC3E}">
        <p14:creationId xmlns:p14="http://schemas.microsoft.com/office/powerpoint/2010/main" val="400402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B57917-F8AB-5D53-E78E-3D8D2C786525}"/>
              </a:ext>
            </a:extLst>
          </p:cNvPr>
          <p:cNvSpPr txBox="1"/>
          <p:nvPr/>
        </p:nvSpPr>
        <p:spPr>
          <a:xfrm>
            <a:off x="430335" y="377834"/>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After eliminating those nouns, the list became:</a:t>
            </a:r>
          </a:p>
        </p:txBody>
      </p:sp>
      <p:sp>
        <p:nvSpPr>
          <p:cNvPr id="5" name="TextBox 4">
            <a:extLst>
              <a:ext uri="{FF2B5EF4-FFF2-40B4-BE49-F238E27FC236}">
                <a16:creationId xmlns:a16="http://schemas.microsoft.com/office/drawing/2014/main" id="{93EDF5DE-B08B-5C34-12AF-152F66E90818}"/>
              </a:ext>
            </a:extLst>
          </p:cNvPr>
          <p:cNvSpPr txBox="1"/>
          <p:nvPr/>
        </p:nvSpPr>
        <p:spPr>
          <a:xfrm>
            <a:off x="430335" y="1185522"/>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
        <p:nvSpPr>
          <p:cNvPr id="6" name="TextBox 5">
            <a:extLst>
              <a:ext uri="{FF2B5EF4-FFF2-40B4-BE49-F238E27FC236}">
                <a16:creationId xmlns:a16="http://schemas.microsoft.com/office/drawing/2014/main" id="{DAAF8E01-5145-9492-7D5B-291A497DD142}"/>
              </a:ext>
            </a:extLst>
          </p:cNvPr>
          <p:cNvSpPr txBox="1"/>
          <p:nvPr/>
        </p:nvSpPr>
        <p:spPr>
          <a:xfrm>
            <a:off x="430334" y="3950769"/>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After all those rounds of elimination, we got 3 nouns (Car &amp; Customer &amp; Service Quote). Then, those will be our classes  </a:t>
            </a:r>
          </a:p>
        </p:txBody>
      </p:sp>
      <p:sp>
        <p:nvSpPr>
          <p:cNvPr id="10" name="TextBox 9">
            <a:extLst>
              <a:ext uri="{FF2B5EF4-FFF2-40B4-BE49-F238E27FC236}">
                <a16:creationId xmlns:a16="http://schemas.microsoft.com/office/drawing/2014/main" id="{1073DCBA-8384-2856-A69F-DA02341F558E}"/>
              </a:ext>
            </a:extLst>
          </p:cNvPr>
          <p:cNvSpPr txBox="1"/>
          <p:nvPr/>
        </p:nvSpPr>
        <p:spPr>
          <a:xfrm>
            <a:off x="3500233" y="4899085"/>
            <a:ext cx="5191533" cy="1754326"/>
          </a:xfrm>
          <a:prstGeom prst="rect">
            <a:avLst/>
          </a:prstGeom>
          <a:solidFill>
            <a:schemeClr val="tx1"/>
          </a:solidFill>
        </p:spPr>
        <p:txBody>
          <a:bodyPr wrap="square">
            <a:spAutoFit/>
          </a:bodyPr>
          <a:lstStyle/>
          <a:p>
            <a:r>
              <a:rPr lang="en-GB" sz="3600" dirty="0">
                <a:solidFill>
                  <a:srgbClr val="569CD6"/>
                </a:solidFill>
                <a:effectLst/>
                <a:highlight>
                  <a:srgbClr val="000000"/>
                </a:highlight>
                <a:latin typeface="Consolas" panose="020B0609020204030204" pitchFamily="49" charset="0"/>
              </a:rPr>
              <a:t>class</a:t>
            </a:r>
            <a:r>
              <a:rPr lang="en-GB" sz="3600" dirty="0">
                <a:solidFill>
                  <a:srgbClr val="FFFFFF"/>
                </a:solidFill>
                <a:effectLst/>
                <a:highlight>
                  <a:srgbClr val="000000"/>
                </a:highlight>
                <a:latin typeface="Consolas" panose="020B0609020204030204" pitchFamily="49" charset="0"/>
              </a:rPr>
              <a:t> </a:t>
            </a:r>
            <a:r>
              <a:rPr lang="en-GB" sz="3600" dirty="0">
                <a:solidFill>
                  <a:srgbClr val="4EC9B0"/>
                </a:solidFill>
                <a:effectLst/>
                <a:highlight>
                  <a:srgbClr val="000000"/>
                </a:highlight>
                <a:latin typeface="Consolas" panose="020B0609020204030204" pitchFamily="49" charset="0"/>
              </a:rPr>
              <a:t>Car</a:t>
            </a:r>
            <a:endParaRPr lang="en-GB" sz="3600" dirty="0">
              <a:solidFill>
                <a:srgbClr val="FFFFFF"/>
              </a:solidFill>
              <a:effectLst/>
              <a:highlight>
                <a:srgbClr val="000000"/>
              </a:highlight>
              <a:latin typeface="Consolas" panose="020B0609020204030204" pitchFamily="49" charset="0"/>
            </a:endParaRPr>
          </a:p>
          <a:p>
            <a:r>
              <a:rPr lang="en-GB" sz="3600" dirty="0">
                <a:solidFill>
                  <a:srgbClr val="569CD6"/>
                </a:solidFill>
                <a:effectLst/>
                <a:highlight>
                  <a:srgbClr val="000000"/>
                </a:highlight>
                <a:latin typeface="Consolas" panose="020B0609020204030204" pitchFamily="49" charset="0"/>
              </a:rPr>
              <a:t>class</a:t>
            </a:r>
            <a:r>
              <a:rPr lang="en-GB" sz="3600" dirty="0">
                <a:solidFill>
                  <a:srgbClr val="FFFFFF"/>
                </a:solidFill>
                <a:effectLst/>
                <a:highlight>
                  <a:srgbClr val="000000"/>
                </a:highlight>
                <a:latin typeface="Consolas" panose="020B0609020204030204" pitchFamily="49" charset="0"/>
              </a:rPr>
              <a:t> </a:t>
            </a:r>
            <a:r>
              <a:rPr lang="en-GB" sz="3600" dirty="0">
                <a:solidFill>
                  <a:srgbClr val="4EC9B0"/>
                </a:solidFill>
                <a:effectLst/>
                <a:highlight>
                  <a:srgbClr val="000000"/>
                </a:highlight>
                <a:latin typeface="Consolas" panose="020B0609020204030204" pitchFamily="49" charset="0"/>
              </a:rPr>
              <a:t>Customer</a:t>
            </a:r>
            <a:endParaRPr lang="en-GB" sz="3600" dirty="0">
              <a:solidFill>
                <a:srgbClr val="FFFFFF"/>
              </a:solidFill>
              <a:effectLst/>
              <a:highlight>
                <a:srgbClr val="000000"/>
              </a:highlight>
              <a:latin typeface="Consolas" panose="020B0609020204030204" pitchFamily="49" charset="0"/>
            </a:endParaRPr>
          </a:p>
          <a:p>
            <a:r>
              <a:rPr lang="en-GB" sz="3600" dirty="0">
                <a:solidFill>
                  <a:srgbClr val="569CD6"/>
                </a:solidFill>
                <a:effectLst/>
                <a:highlight>
                  <a:srgbClr val="000000"/>
                </a:highlight>
                <a:latin typeface="Consolas" panose="020B0609020204030204" pitchFamily="49" charset="0"/>
              </a:rPr>
              <a:t>class</a:t>
            </a:r>
            <a:r>
              <a:rPr lang="en-GB" sz="3600" dirty="0">
                <a:solidFill>
                  <a:srgbClr val="FFFFFF"/>
                </a:solidFill>
                <a:effectLst/>
                <a:highlight>
                  <a:srgbClr val="000000"/>
                </a:highlight>
                <a:latin typeface="Consolas" panose="020B0609020204030204" pitchFamily="49" charset="0"/>
              </a:rPr>
              <a:t> </a:t>
            </a:r>
            <a:r>
              <a:rPr lang="en-GB" sz="3600" dirty="0">
                <a:solidFill>
                  <a:srgbClr val="4EC9B0"/>
                </a:solidFill>
                <a:highlight>
                  <a:srgbClr val="000000"/>
                </a:highlight>
                <a:latin typeface="Consolas" panose="020B0609020204030204" pitchFamily="49" charset="0"/>
              </a:rPr>
              <a:t>ServiceQuote</a:t>
            </a:r>
            <a:endParaRPr lang="en-GB" sz="3600" dirty="0">
              <a:solidFill>
                <a:srgbClr val="FFFFFF"/>
              </a:solidFill>
              <a:effectLst/>
              <a:highlight>
                <a:srgbClr val="000000"/>
              </a:highlight>
              <a:latin typeface="Consolas" panose="020B0609020204030204" pitchFamily="49" charset="0"/>
            </a:endParaRPr>
          </a:p>
        </p:txBody>
      </p:sp>
    </p:spTree>
    <p:extLst>
      <p:ext uri="{BB962C8B-B14F-4D97-AF65-F5344CB8AC3E}">
        <p14:creationId xmlns:p14="http://schemas.microsoft.com/office/powerpoint/2010/main" val="1740461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B8B62E-9252-B6C1-2652-4BEF84F18414}"/>
              </a:ext>
            </a:extLst>
          </p:cNvPr>
          <p:cNvSpPr txBox="1"/>
          <p:nvPr/>
        </p:nvSpPr>
        <p:spPr>
          <a:xfrm>
            <a:off x="362600" y="214867"/>
            <a:ext cx="11074400"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Identifying a Class’s Responsibilities</a:t>
            </a:r>
          </a:p>
        </p:txBody>
      </p:sp>
      <p:sp>
        <p:nvSpPr>
          <p:cNvPr id="5" name="TextBox 4">
            <a:extLst>
              <a:ext uri="{FF2B5EF4-FFF2-40B4-BE49-F238E27FC236}">
                <a16:creationId xmlns:a16="http://schemas.microsoft.com/office/drawing/2014/main" id="{46239DA9-9374-8E4C-F1C8-BDD5B5765D7B}"/>
              </a:ext>
            </a:extLst>
          </p:cNvPr>
          <p:cNvSpPr txBox="1"/>
          <p:nvPr/>
        </p:nvSpPr>
        <p:spPr>
          <a:xfrm>
            <a:off x="430335" y="1173696"/>
            <a:ext cx="10804634" cy="1815882"/>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Identifying a class responsibilities is simply to determine the purpose of the class, by identifying 2 things: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What the class is responsible for knowing</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What the class is responsible for doing (or operating)</a:t>
            </a:r>
          </a:p>
        </p:txBody>
      </p:sp>
      <p:grpSp>
        <p:nvGrpSpPr>
          <p:cNvPr id="14" name="Group 13">
            <a:extLst>
              <a:ext uri="{FF2B5EF4-FFF2-40B4-BE49-F238E27FC236}">
                <a16:creationId xmlns:a16="http://schemas.microsoft.com/office/drawing/2014/main" id="{339586C1-C2F6-48EB-25B1-FDD6FD2AE557}"/>
              </a:ext>
            </a:extLst>
          </p:cNvPr>
          <p:cNvGrpSpPr/>
          <p:nvPr/>
        </p:nvGrpSpPr>
        <p:grpSpPr>
          <a:xfrm>
            <a:off x="889002" y="3420533"/>
            <a:ext cx="9491132" cy="2820440"/>
            <a:chOff x="889002" y="3552832"/>
            <a:chExt cx="9491132" cy="2820440"/>
          </a:xfrm>
        </p:grpSpPr>
        <p:sp>
          <p:nvSpPr>
            <p:cNvPr id="6" name="Rectangle: Rounded Corners 5">
              <a:extLst>
                <a:ext uri="{FF2B5EF4-FFF2-40B4-BE49-F238E27FC236}">
                  <a16:creationId xmlns:a16="http://schemas.microsoft.com/office/drawing/2014/main" id="{2B919C08-D1F7-94A0-854A-8731E498DF03}"/>
                </a:ext>
              </a:extLst>
            </p:cNvPr>
            <p:cNvSpPr/>
            <p:nvPr/>
          </p:nvSpPr>
          <p:spPr>
            <a:xfrm>
              <a:off x="889002" y="3802175"/>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What a class need to know</a:t>
              </a:r>
            </a:p>
          </p:txBody>
        </p:sp>
        <p:sp>
          <p:nvSpPr>
            <p:cNvPr id="7" name="Rectangle: Rounded Corners 6">
              <a:extLst>
                <a:ext uri="{FF2B5EF4-FFF2-40B4-BE49-F238E27FC236}">
                  <a16:creationId xmlns:a16="http://schemas.microsoft.com/office/drawing/2014/main" id="{B3214D24-7030-9823-D049-9B34C81F69F4}"/>
                </a:ext>
              </a:extLst>
            </p:cNvPr>
            <p:cNvSpPr/>
            <p:nvPr/>
          </p:nvSpPr>
          <p:spPr>
            <a:xfrm>
              <a:off x="6925738" y="5244679"/>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determining the class methods </a:t>
              </a:r>
            </a:p>
          </p:txBody>
        </p:sp>
        <p:sp>
          <p:nvSpPr>
            <p:cNvPr id="8" name="Rectangle: Rounded Corners 7">
              <a:extLst>
                <a:ext uri="{FF2B5EF4-FFF2-40B4-BE49-F238E27FC236}">
                  <a16:creationId xmlns:a16="http://schemas.microsoft.com/office/drawing/2014/main" id="{48A92A31-50C1-AE92-C708-CB887956F2EC}"/>
                </a:ext>
              </a:extLst>
            </p:cNvPr>
            <p:cNvSpPr/>
            <p:nvPr/>
          </p:nvSpPr>
          <p:spPr>
            <a:xfrm>
              <a:off x="889002" y="5244679"/>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What a class must operate</a:t>
              </a:r>
            </a:p>
          </p:txBody>
        </p:sp>
        <p:sp>
          <p:nvSpPr>
            <p:cNvPr id="9" name="Rectangle: Rounded Corners 8">
              <a:extLst>
                <a:ext uri="{FF2B5EF4-FFF2-40B4-BE49-F238E27FC236}">
                  <a16:creationId xmlns:a16="http://schemas.microsoft.com/office/drawing/2014/main" id="{B5CFC957-625B-60C4-5E36-0F9F09C22114}"/>
                </a:ext>
              </a:extLst>
            </p:cNvPr>
            <p:cNvSpPr/>
            <p:nvPr/>
          </p:nvSpPr>
          <p:spPr>
            <a:xfrm>
              <a:off x="6925738" y="3802175"/>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The class DA</a:t>
              </a:r>
            </a:p>
          </p:txBody>
        </p:sp>
        <p:sp>
          <p:nvSpPr>
            <p:cNvPr id="10" name="Arrow: Right 9">
              <a:extLst>
                <a:ext uri="{FF2B5EF4-FFF2-40B4-BE49-F238E27FC236}">
                  <a16:creationId xmlns:a16="http://schemas.microsoft.com/office/drawing/2014/main" id="{D1F810A6-75D6-C36E-B988-895BB805411A}"/>
                </a:ext>
              </a:extLst>
            </p:cNvPr>
            <p:cNvSpPr/>
            <p:nvPr/>
          </p:nvSpPr>
          <p:spPr>
            <a:xfrm>
              <a:off x="4343398" y="4995336"/>
              <a:ext cx="2616200" cy="1377936"/>
            </a:xfrm>
            <a:prstGeom prst="rightArrow">
              <a:avLst/>
            </a:prstGeom>
            <a:solidFill>
              <a:schemeClr val="tx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identifies</a:t>
              </a:r>
            </a:p>
          </p:txBody>
        </p:sp>
        <p:sp>
          <p:nvSpPr>
            <p:cNvPr id="11" name="Arrow: Right 10">
              <a:extLst>
                <a:ext uri="{FF2B5EF4-FFF2-40B4-BE49-F238E27FC236}">
                  <a16:creationId xmlns:a16="http://schemas.microsoft.com/office/drawing/2014/main" id="{5973E699-AC43-6BF6-F781-4EF72D5606EC}"/>
                </a:ext>
              </a:extLst>
            </p:cNvPr>
            <p:cNvSpPr/>
            <p:nvPr/>
          </p:nvSpPr>
          <p:spPr>
            <a:xfrm>
              <a:off x="4343398" y="3552832"/>
              <a:ext cx="2616200" cy="1377936"/>
            </a:xfrm>
            <a:prstGeom prst="rightArrow">
              <a:avLst/>
            </a:prstGeom>
            <a:solidFill>
              <a:schemeClr val="tx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Identifies</a:t>
              </a:r>
            </a:p>
          </p:txBody>
        </p:sp>
      </p:grpSp>
    </p:spTree>
    <p:extLst>
      <p:ext uri="{BB962C8B-B14F-4D97-AF65-F5344CB8AC3E}">
        <p14:creationId xmlns:p14="http://schemas.microsoft.com/office/powerpoint/2010/main" val="3057616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9FDF5A-1BF0-A7F4-F578-D294F7F5F2A5}"/>
              </a:ext>
            </a:extLst>
          </p:cNvPr>
          <p:cNvSpPr txBox="1"/>
          <p:nvPr/>
        </p:nvSpPr>
        <p:spPr>
          <a:xfrm>
            <a:off x="277938" y="242374"/>
            <a:ext cx="10804634" cy="2246769"/>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Now, we have to answer 2 questions in order to determine the class’s DA and the methods. We can get back to the problem domain description and the nouns list. However, Some of the classes are not literally mentioned in the description.</a:t>
            </a:r>
          </a:p>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Referring to the list, we have (till now) 3 classes:</a:t>
            </a:r>
          </a:p>
        </p:txBody>
      </p:sp>
      <p:sp>
        <p:nvSpPr>
          <p:cNvPr id="5" name="TextBox 4">
            <a:extLst>
              <a:ext uri="{FF2B5EF4-FFF2-40B4-BE49-F238E27FC236}">
                <a16:creationId xmlns:a16="http://schemas.microsoft.com/office/drawing/2014/main" id="{9E03E4B8-FDF0-3DC7-4CEA-14684566CC29}"/>
              </a:ext>
            </a:extLst>
          </p:cNvPr>
          <p:cNvSpPr txBox="1"/>
          <p:nvPr/>
        </p:nvSpPr>
        <p:spPr>
          <a:xfrm>
            <a:off x="277938" y="2522945"/>
            <a:ext cx="5191533" cy="1200329"/>
          </a:xfrm>
          <a:prstGeom prst="rect">
            <a:avLst/>
          </a:prstGeom>
          <a:solidFill>
            <a:schemeClr val="tx1"/>
          </a:solidFill>
        </p:spPr>
        <p:txBody>
          <a:bodyPr wrap="square">
            <a:spAutoFit/>
          </a:bodyPr>
          <a:lstStyle/>
          <a:p>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effectLst/>
                <a:highlight>
                  <a:srgbClr val="000000"/>
                </a:highlight>
                <a:latin typeface="Consolas" panose="020B0609020204030204" pitchFamily="49" charset="0"/>
              </a:rPr>
              <a:t>Car</a:t>
            </a:r>
            <a:endParaRPr lang="en-GB" sz="2400" dirty="0">
              <a:solidFill>
                <a:srgbClr val="FFFFFF"/>
              </a:solidFill>
              <a:effectLst/>
              <a:highlight>
                <a:srgbClr val="000000"/>
              </a:highlight>
              <a:latin typeface="Consolas" panose="020B0609020204030204" pitchFamily="49" charset="0"/>
            </a:endParaRPr>
          </a:p>
          <a:p>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effectLst/>
                <a:highlight>
                  <a:srgbClr val="000000"/>
                </a:highlight>
                <a:latin typeface="Consolas" panose="020B0609020204030204" pitchFamily="49" charset="0"/>
              </a:rPr>
              <a:t>Customer</a:t>
            </a:r>
            <a:endParaRPr lang="en-GB" sz="2400" dirty="0">
              <a:solidFill>
                <a:srgbClr val="FFFFFF"/>
              </a:solidFill>
              <a:effectLst/>
              <a:highlight>
                <a:srgbClr val="000000"/>
              </a:highlight>
              <a:latin typeface="Consolas" panose="020B0609020204030204" pitchFamily="49" charset="0"/>
            </a:endParaRPr>
          </a:p>
          <a:p>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highlight>
                  <a:srgbClr val="000000"/>
                </a:highlight>
                <a:latin typeface="Consolas" panose="020B0609020204030204" pitchFamily="49" charset="0"/>
              </a:rPr>
              <a:t>ServiceQuote</a:t>
            </a:r>
            <a:endParaRPr lang="en-GB" sz="2400" dirty="0">
              <a:solidFill>
                <a:srgbClr val="FFFFFF"/>
              </a:solidFill>
              <a:effectLst/>
              <a:highlight>
                <a:srgbClr val="000000"/>
              </a:highlight>
              <a:latin typeface="Consolas" panose="020B0609020204030204" pitchFamily="49" charset="0"/>
            </a:endParaRPr>
          </a:p>
        </p:txBody>
      </p:sp>
      <p:sp>
        <p:nvSpPr>
          <p:cNvPr id="6" name="TextBox 5">
            <a:extLst>
              <a:ext uri="{FF2B5EF4-FFF2-40B4-BE49-F238E27FC236}">
                <a16:creationId xmlns:a16="http://schemas.microsoft.com/office/drawing/2014/main" id="{0BB5131E-E9EC-B3D8-BF2D-B3D5F5AE5901}"/>
              </a:ext>
            </a:extLst>
          </p:cNvPr>
          <p:cNvSpPr txBox="1"/>
          <p:nvPr/>
        </p:nvSpPr>
        <p:spPr>
          <a:xfrm>
            <a:off x="277938" y="3757076"/>
            <a:ext cx="11406062" cy="2677656"/>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Let’s begin with the </a:t>
            </a:r>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effectLst/>
                <a:highlight>
                  <a:srgbClr val="000000"/>
                </a:highlight>
                <a:latin typeface="Consolas" panose="020B0609020204030204" pitchFamily="49" charset="0"/>
              </a:rPr>
              <a:t>Customer</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description directly mentioned 3 items (all of them are DA, and we concluded that when we eliminate their nouns form  the list). The DA are:</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customer’s name</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customer’s address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customer’s telephone number</a:t>
            </a:r>
          </a:p>
        </p:txBody>
      </p:sp>
    </p:spTree>
    <p:extLst>
      <p:ext uri="{BB962C8B-B14F-4D97-AF65-F5344CB8AC3E}">
        <p14:creationId xmlns:p14="http://schemas.microsoft.com/office/powerpoint/2010/main" val="364913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BF2B57-B369-5782-7CAC-2A21892F4524}"/>
              </a:ext>
            </a:extLst>
          </p:cNvPr>
          <p:cNvSpPr txBox="1"/>
          <p:nvPr/>
        </p:nvSpPr>
        <p:spPr>
          <a:xfrm>
            <a:off x="277937" y="242374"/>
            <a:ext cx="10982729" cy="5262979"/>
          </a:xfrm>
          <a:prstGeom prst="rect">
            <a:avLst/>
          </a:prstGeom>
          <a:noFill/>
        </p:spPr>
        <p:txBody>
          <a:bodyPr wrap="square" rtlCol="0">
            <a:spAutoFit/>
          </a:bodyPr>
          <a:lstStyle/>
          <a:p>
            <a:r>
              <a:rPr lang="en-GB" sz="2800" dirty="0">
                <a:solidFill>
                  <a:schemeClr val="bg1"/>
                </a:solidFill>
                <a:effectLst>
                  <a:glow rad="228600">
                    <a:srgbClr val="FF0000">
                      <a:alpha val="40000"/>
                    </a:srgbClr>
                  </a:glow>
                  <a:outerShdw blurRad="38100" dist="38100" dir="2700000" algn="tl">
                    <a:srgbClr val="000000">
                      <a:alpha val="43137"/>
                    </a:srgbClr>
                  </a:outerShdw>
                </a:effectLst>
              </a:rPr>
              <a:t>WARNING: </a:t>
            </a: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One of the most common mistakes is to identify too many DA for the class, like the customer’s email address, his wife’s name, his favourite perfume, his weight, and even the size of his underwear! However, If you found that you need to identify more DA, you can easily solve it, so don’t scream. Keep Calm and Programme. </a:t>
            </a:r>
          </a:p>
          <a:p>
            <a:endPar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endParaRPr>
          </a:p>
          <a:p>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After determining the DA of the class, it’s time to determine the methods of the class (what the class is responsible for doing). Initially, and from the description, the methods available:</a:t>
            </a:r>
          </a:p>
          <a:p>
            <a:pPr marL="457200" indent="-457200">
              <a:buFont typeface="Arial" panose="020B0604020202020204" pitchFamily="34" charset="0"/>
              <a:buChar char="•"/>
            </a:pP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1 </a:t>
            </a:r>
            <a:r>
              <a:rPr lang="en-GB" sz="2400" b="0" dirty="0">
                <a:solidFill>
                  <a:srgbClr val="DCDCAA"/>
                </a:solidFill>
                <a:effectLst/>
                <a:highlight>
                  <a:srgbClr val="000000"/>
                </a:highlight>
                <a:latin typeface="Consolas" panose="020B0609020204030204" pitchFamily="49" charset="0"/>
              </a:rPr>
              <a:t>__init__</a:t>
            </a:r>
            <a:r>
              <a:rPr lang="en-GB" sz="2400" dirty="0">
                <a:solidFill>
                  <a:schemeClr val="bg1"/>
                </a:solidFill>
                <a:effectLst>
                  <a:glow rad="228600">
                    <a:schemeClr val="accent1">
                      <a:satMod val="175000"/>
                      <a:alpha val="40000"/>
                    </a:schemeClr>
                  </a:glow>
                  <a:outerShdw blurRad="38100" dist="38100" dir="2700000" algn="tl">
                    <a:srgbClr val="000000">
                      <a:alpha val="43137"/>
                    </a:srgbClr>
                  </a:outerShdw>
                </a:effectLst>
              </a:rPr>
              <a:t> </a:t>
            </a: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method and passing the mentioned DA as parameters</a:t>
            </a:r>
          </a:p>
          <a:p>
            <a:pPr marL="457200" indent="-457200">
              <a:buFont typeface="Arial" panose="020B0604020202020204" pitchFamily="34" charset="0"/>
              <a:buChar char="•"/>
            </a:pP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3 setters for  the 3 DA </a:t>
            </a:r>
          </a:p>
          <a:p>
            <a:pPr marL="457200" indent="-457200">
              <a:buFont typeface="Arial" panose="020B0604020202020204" pitchFamily="34" charset="0"/>
              <a:buChar char="•"/>
            </a:pP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3 getters for the 3 DA </a:t>
            </a:r>
          </a:p>
        </p:txBody>
      </p:sp>
    </p:spTree>
    <p:extLst>
      <p:ext uri="{BB962C8B-B14F-4D97-AF65-F5344CB8AC3E}">
        <p14:creationId xmlns:p14="http://schemas.microsoft.com/office/powerpoint/2010/main" val="768555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50EB03-9D5A-15B3-9D2D-C2F494DD3D70}"/>
              </a:ext>
            </a:extLst>
          </p:cNvPr>
          <p:cNvSpPr txBox="1"/>
          <p:nvPr/>
        </p:nvSpPr>
        <p:spPr>
          <a:xfrm>
            <a:off x="261005" y="343974"/>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final UML diagram for the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Customer</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become: </a:t>
            </a:r>
          </a:p>
        </p:txBody>
      </p:sp>
      <p:pic>
        <p:nvPicPr>
          <p:cNvPr id="6" name="Picture 5">
            <a:extLst>
              <a:ext uri="{FF2B5EF4-FFF2-40B4-BE49-F238E27FC236}">
                <a16:creationId xmlns:a16="http://schemas.microsoft.com/office/drawing/2014/main" id="{0B463087-BE53-895A-4000-37FE0B4C2D1C}"/>
              </a:ext>
            </a:extLst>
          </p:cNvPr>
          <p:cNvPicPr>
            <a:picLocks noChangeAspect="1"/>
          </p:cNvPicPr>
          <p:nvPr/>
        </p:nvPicPr>
        <p:blipFill>
          <a:blip r:embed="rId2"/>
          <a:stretch>
            <a:fillRect/>
          </a:stretch>
        </p:blipFill>
        <p:spPr>
          <a:xfrm>
            <a:off x="9327614" y="322573"/>
            <a:ext cx="2603378" cy="3009282"/>
          </a:xfrm>
          <a:prstGeom prst="rect">
            <a:avLst/>
          </a:prstGeom>
        </p:spPr>
      </p:pic>
      <p:sp>
        <p:nvSpPr>
          <p:cNvPr id="7" name="TextBox 6">
            <a:extLst>
              <a:ext uri="{FF2B5EF4-FFF2-40B4-BE49-F238E27FC236}">
                <a16:creationId xmlns:a16="http://schemas.microsoft.com/office/drawing/2014/main" id="{FF16F411-0940-F2DE-DA1B-09EA6067AC66}"/>
              </a:ext>
            </a:extLst>
          </p:cNvPr>
          <p:cNvSpPr txBox="1"/>
          <p:nvPr/>
        </p:nvSpPr>
        <p:spPr>
          <a:xfrm>
            <a:off x="261008" y="3070245"/>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And by deploying the same steps for the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Car</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class: </a:t>
            </a:r>
          </a:p>
        </p:txBody>
      </p:sp>
      <p:pic>
        <p:nvPicPr>
          <p:cNvPr id="9" name="Picture 8">
            <a:extLst>
              <a:ext uri="{FF2B5EF4-FFF2-40B4-BE49-F238E27FC236}">
                <a16:creationId xmlns:a16="http://schemas.microsoft.com/office/drawing/2014/main" id="{8B5F7285-5462-8DEB-8475-8EDB1D817A07}"/>
              </a:ext>
            </a:extLst>
          </p:cNvPr>
          <p:cNvPicPr>
            <a:picLocks noChangeAspect="1"/>
          </p:cNvPicPr>
          <p:nvPr/>
        </p:nvPicPr>
        <p:blipFill>
          <a:blip r:embed="rId3"/>
          <a:stretch>
            <a:fillRect/>
          </a:stretch>
        </p:blipFill>
        <p:spPr>
          <a:xfrm>
            <a:off x="9327614" y="3593465"/>
            <a:ext cx="2370666" cy="2852836"/>
          </a:xfrm>
          <a:prstGeom prst="rect">
            <a:avLst/>
          </a:prstGeom>
        </p:spPr>
      </p:pic>
    </p:spTree>
    <p:extLst>
      <p:ext uri="{BB962C8B-B14F-4D97-AF65-F5344CB8AC3E}">
        <p14:creationId xmlns:p14="http://schemas.microsoft.com/office/powerpoint/2010/main" val="2961474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C0E57C-D2E4-3DF1-2290-F700D7BF689A}"/>
              </a:ext>
            </a:extLst>
          </p:cNvPr>
          <p:cNvSpPr txBox="1"/>
          <p:nvPr/>
        </p:nvSpPr>
        <p:spPr>
          <a:xfrm>
            <a:off x="345670" y="242374"/>
            <a:ext cx="11592329" cy="2739211"/>
          </a:xfrm>
          <a:prstGeom prst="rect">
            <a:avLst/>
          </a:prstGeom>
          <a:noFill/>
        </p:spPr>
        <p:txBody>
          <a:bodyPr wrap="square" numCol="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For the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ServiceQuote</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problem domain mentioned the following:</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    (requires setter and getter)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    (requires setter and getter)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 		           (requires methods to calculate and display it)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     (requires methods to calculate and display it)</a:t>
            </a:r>
          </a:p>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Then, the final UML diagram for the</a:t>
            </a:r>
            <a:r>
              <a:rPr lang="en-GB" sz="3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ServiceQuote</a:t>
            </a:r>
            <a:r>
              <a:rPr lang="en-GB" sz="24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become:</a:t>
            </a:r>
          </a:p>
        </p:txBody>
      </p:sp>
      <p:pic>
        <p:nvPicPr>
          <p:cNvPr id="6" name="Picture 5">
            <a:extLst>
              <a:ext uri="{FF2B5EF4-FFF2-40B4-BE49-F238E27FC236}">
                <a16:creationId xmlns:a16="http://schemas.microsoft.com/office/drawing/2014/main" id="{025678D9-1BE9-08F5-F360-B5061DC3185E}"/>
              </a:ext>
            </a:extLst>
          </p:cNvPr>
          <p:cNvPicPr>
            <a:picLocks noChangeAspect="1"/>
          </p:cNvPicPr>
          <p:nvPr/>
        </p:nvPicPr>
        <p:blipFill>
          <a:blip r:embed="rId2"/>
          <a:stretch>
            <a:fillRect/>
          </a:stretch>
        </p:blipFill>
        <p:spPr>
          <a:xfrm>
            <a:off x="3530719" y="3116424"/>
            <a:ext cx="3979096" cy="3368352"/>
          </a:xfrm>
          <a:prstGeom prst="rect">
            <a:avLst/>
          </a:prstGeom>
        </p:spPr>
      </p:pic>
    </p:spTree>
    <p:extLst>
      <p:ext uri="{BB962C8B-B14F-4D97-AF65-F5344CB8AC3E}">
        <p14:creationId xmlns:p14="http://schemas.microsoft.com/office/powerpoint/2010/main" val="3568372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AC1BDB8-DF9C-CDEF-08F2-4FD5B060CF6A}"/>
              </a:ext>
            </a:extLst>
          </p:cNvPr>
          <p:cNvGrpSpPr/>
          <p:nvPr/>
        </p:nvGrpSpPr>
        <p:grpSpPr>
          <a:xfrm>
            <a:off x="1537651" y="1298081"/>
            <a:ext cx="9116698" cy="5258534"/>
            <a:chOff x="1032933" y="1236137"/>
            <a:chExt cx="9116698" cy="5258534"/>
          </a:xfrm>
        </p:grpSpPr>
        <p:pic>
          <p:nvPicPr>
            <p:cNvPr id="9" name="Picture 8">
              <a:extLst>
                <a:ext uri="{FF2B5EF4-FFF2-40B4-BE49-F238E27FC236}">
                  <a16:creationId xmlns:a16="http://schemas.microsoft.com/office/drawing/2014/main" id="{406AE5E4-6E59-8C0E-013E-66D41B6AB55F}"/>
                </a:ext>
              </a:extLst>
            </p:cNvPr>
            <p:cNvPicPr>
              <a:picLocks noChangeAspect="1"/>
            </p:cNvPicPr>
            <p:nvPr/>
          </p:nvPicPr>
          <p:blipFill rotWithShape="1">
            <a:blip r:embed="rId2"/>
            <a:srcRect b="1429"/>
            <a:stretch/>
          </p:blipFill>
          <p:spPr>
            <a:xfrm>
              <a:off x="5472203" y="1236137"/>
              <a:ext cx="4677428" cy="5258534"/>
            </a:xfrm>
            <a:prstGeom prst="rect">
              <a:avLst/>
            </a:prstGeom>
          </p:spPr>
        </p:pic>
        <p:pic>
          <p:nvPicPr>
            <p:cNvPr id="7" name="Picture 6">
              <a:extLst>
                <a:ext uri="{FF2B5EF4-FFF2-40B4-BE49-F238E27FC236}">
                  <a16:creationId xmlns:a16="http://schemas.microsoft.com/office/drawing/2014/main" id="{BD5A120A-944A-10D3-5BE6-E3182753CBFC}"/>
                </a:ext>
              </a:extLst>
            </p:cNvPr>
            <p:cNvPicPr>
              <a:picLocks noChangeAspect="1"/>
            </p:cNvPicPr>
            <p:nvPr/>
          </p:nvPicPr>
          <p:blipFill>
            <a:blip r:embed="rId3"/>
            <a:stretch>
              <a:fillRect/>
            </a:stretch>
          </p:blipFill>
          <p:spPr>
            <a:xfrm>
              <a:off x="1032933" y="1236137"/>
              <a:ext cx="4439270" cy="5258534"/>
            </a:xfrm>
            <a:prstGeom prst="rect">
              <a:avLst/>
            </a:prstGeom>
          </p:spPr>
        </p:pic>
      </p:grpSp>
      <p:sp>
        <p:nvSpPr>
          <p:cNvPr id="13" name="TextBox 12">
            <a:extLst>
              <a:ext uri="{FF2B5EF4-FFF2-40B4-BE49-F238E27FC236}">
                <a16:creationId xmlns:a16="http://schemas.microsoft.com/office/drawing/2014/main" id="{F54FC1C7-0F54-A2F6-59B0-C337C06F60A9}"/>
              </a:ext>
            </a:extLst>
          </p:cNvPr>
          <p:cNvSpPr txBox="1"/>
          <p:nvPr/>
        </p:nvSpPr>
        <p:spPr>
          <a:xfrm>
            <a:off x="261005" y="343974"/>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following two slides illustrate the final results of the code of the  three classes: </a:t>
            </a:r>
          </a:p>
        </p:txBody>
      </p:sp>
    </p:spTree>
    <p:extLst>
      <p:ext uri="{BB962C8B-B14F-4D97-AF65-F5344CB8AC3E}">
        <p14:creationId xmlns:p14="http://schemas.microsoft.com/office/powerpoint/2010/main" val="1999772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C998C2-5CFA-6D1F-B847-4D13363CED67}"/>
              </a:ext>
            </a:extLst>
          </p:cNvPr>
          <p:cNvPicPr>
            <a:picLocks noChangeAspect="1"/>
          </p:cNvPicPr>
          <p:nvPr/>
        </p:nvPicPr>
        <p:blipFill>
          <a:blip r:embed="rId2"/>
          <a:stretch>
            <a:fillRect/>
          </a:stretch>
        </p:blipFill>
        <p:spPr>
          <a:xfrm>
            <a:off x="2742732" y="88098"/>
            <a:ext cx="6706536" cy="5753903"/>
          </a:xfrm>
          <a:prstGeom prst="rect">
            <a:avLst/>
          </a:prstGeom>
        </p:spPr>
      </p:pic>
      <p:sp>
        <p:nvSpPr>
          <p:cNvPr id="6" name="TextBox 5">
            <a:extLst>
              <a:ext uri="{FF2B5EF4-FFF2-40B4-BE49-F238E27FC236}">
                <a16:creationId xmlns:a16="http://schemas.microsoft.com/office/drawing/2014/main" id="{C4FE67C3-910B-24CD-578D-B7E391470560}"/>
              </a:ext>
            </a:extLst>
          </p:cNvPr>
          <p:cNvSpPr txBox="1"/>
          <p:nvPr/>
        </p:nvSpPr>
        <p:spPr>
          <a:xfrm>
            <a:off x="2226733" y="5774605"/>
            <a:ext cx="7738534" cy="1107996"/>
          </a:xfrm>
          <a:prstGeom prst="rect">
            <a:avLst/>
          </a:prstGeom>
          <a:noFill/>
        </p:spPr>
        <p:txBody>
          <a:bodyPr wrap="square" rtlCol="0">
            <a:spAutoFit/>
          </a:bodyPr>
          <a:lstStyle/>
          <a:p>
            <a:pPr algn="ctr"/>
            <a:r>
              <a:rPr lang="en-GB" sz="6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End of Chapter 10</a:t>
            </a:r>
          </a:p>
        </p:txBody>
      </p:sp>
    </p:spTree>
    <p:extLst>
      <p:ext uri="{BB962C8B-B14F-4D97-AF65-F5344CB8AC3E}">
        <p14:creationId xmlns:p14="http://schemas.microsoft.com/office/powerpoint/2010/main" val="2122906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3053</TotalTime>
  <Words>1773</Words>
  <Application>Microsoft Office PowerPoint</Application>
  <PresentationFormat>Widescreen</PresentationFormat>
  <Paragraphs>181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Ouda, Mahmoud</dc:creator>
  <cp:lastModifiedBy>Islam Owda</cp:lastModifiedBy>
  <cp:revision>2</cp:revision>
  <dcterms:created xsi:type="dcterms:W3CDTF">2024-09-01T19:53:28Z</dcterms:created>
  <dcterms:modified xsi:type="dcterms:W3CDTF">2026-04-20T17:31:56Z</dcterms:modified>
</cp:coreProperties>
</file>